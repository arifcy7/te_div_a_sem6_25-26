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 id="2147483663" r:id="rId2"/>
  </p:sldMasterIdLst>
  <p:notesMasterIdLst>
    <p:notesMasterId r:id="rId21"/>
  </p:notesMasterIdLst>
  <p:sldIdLst>
    <p:sldId id="256" r:id="rId3"/>
    <p:sldId id="257" r:id="rId4"/>
    <p:sldId id="272" r:id="rId5"/>
    <p:sldId id="270" r:id="rId6"/>
    <p:sldId id="271" r:id="rId7"/>
    <p:sldId id="259" r:id="rId8"/>
    <p:sldId id="260" r:id="rId9"/>
    <p:sldId id="268" r:id="rId10"/>
    <p:sldId id="261" r:id="rId11"/>
    <p:sldId id="262" r:id="rId12"/>
    <p:sldId id="263" r:id="rId13"/>
    <p:sldId id="264" r:id="rId14"/>
    <p:sldId id="265" r:id="rId15"/>
    <p:sldId id="266" r:id="rId16"/>
    <p:sldId id="258" r:id="rId17"/>
    <p:sldId id="267" r:id="rId18"/>
    <p:sldId id="273" r:id="rId19"/>
    <p:sldId id="269" r:id="rId20"/>
  </p:sldIdLst>
  <p:sldSz cx="10080625" cy="7559675"/>
  <p:notesSz cx="7559675" cy="10691813"/>
  <p:embeddedFontLst>
    <p:embeddedFont>
      <p:font typeface="PT Sans" panose="020B0503020203020204" pitchFamily="34" charset="0"/>
      <p:regular r:id="rId22"/>
      <p:bold r:id="rId23"/>
      <p:italic r:id="rId24"/>
      <p:boldItalic r:id="rId25"/>
    </p:embeddedFont>
    <p:embeddedFont>
      <p:font typeface="Trebuchet MS" panose="020B060302020202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579" y="53"/>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5650" y="5078412"/>
            <a:ext cx="6046800" cy="48102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txBox="1">
            <a:spLocks noGrp="1"/>
          </p:cNvSpPr>
          <p:nvPr>
            <p:ph type="hdr" idx="3"/>
          </p:nvPr>
        </p:nvSpPr>
        <p:spPr>
          <a:xfrm>
            <a:off x="0" y="0"/>
            <a:ext cx="3279900"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6" name="Google Shape;6;n"/>
          <p:cNvSpPr txBox="1">
            <a:spLocks noGrp="1"/>
          </p:cNvSpPr>
          <p:nvPr>
            <p:ph type="dt" idx="10"/>
          </p:nvPr>
        </p:nvSpPr>
        <p:spPr>
          <a:xfrm>
            <a:off x="4278312" y="0"/>
            <a:ext cx="3279900"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7" name="Google Shape;7;n"/>
          <p:cNvSpPr txBox="1">
            <a:spLocks noGrp="1"/>
          </p:cNvSpPr>
          <p:nvPr>
            <p:ph type="ftr" idx="11"/>
          </p:nvPr>
        </p:nvSpPr>
        <p:spPr>
          <a:xfrm>
            <a:off x="0" y="10156825"/>
            <a:ext cx="3279900" cy="5334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8" name="Google Shape;8;n"/>
          <p:cNvSpPr txBox="1">
            <a:spLocks noGrp="1"/>
          </p:cNvSpPr>
          <p:nvPr>
            <p:ph type="sldNum" idx="12"/>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a:t>
            </a:fld>
            <a:endParaRPr sz="1400" b="0" i="0" u="none" strike="noStrike" cap="none">
              <a:solidFill>
                <a:srgbClr val="000000"/>
              </a:solidFill>
              <a:latin typeface="Arial"/>
              <a:ea typeface="Arial"/>
              <a:cs typeface="Arial"/>
              <a:sym typeface="Arial"/>
            </a:endParaRPr>
          </a:p>
        </p:txBody>
      </p:sp>
      <p:sp>
        <p:nvSpPr>
          <p:cNvPr id="133" name="Google Shape;133;p1: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34" name="Google Shape;134;p1: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2</a:t>
            </a:fld>
            <a:endParaRPr sz="1400" b="0" i="0" u="none" strike="noStrike" cap="none">
              <a:solidFill>
                <a:srgbClr val="000000"/>
              </a:solidFill>
              <a:latin typeface="Arial"/>
              <a:ea typeface="Arial"/>
              <a:cs typeface="Arial"/>
              <a:sym typeface="Arial"/>
            </a:endParaRPr>
          </a:p>
        </p:txBody>
      </p:sp>
      <p:sp>
        <p:nvSpPr>
          <p:cNvPr id="141" name="Google Shape;141;p2: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42" name="Google Shape;142;p2: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127F6AA5-2777-08C8-0637-CA43C193F670}"/>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4492E8C2-5615-ED8B-F2F8-B488B117F54C}"/>
              </a:ext>
            </a:extLst>
          </p:cNvPr>
          <p:cNvSpPr txBox="1">
            <a:spLocks noGrp="1"/>
          </p:cNvSpPr>
          <p:nvPr>
            <p:ph type="body" idx="1"/>
          </p:nvPr>
        </p:nvSpPr>
        <p:spPr>
          <a:xfrm>
            <a:off x="755650" y="5078412"/>
            <a:ext cx="6046800" cy="4810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3:notes">
            <a:extLst>
              <a:ext uri="{FF2B5EF4-FFF2-40B4-BE49-F238E27FC236}">
                <a16:creationId xmlns:a16="http://schemas.microsoft.com/office/drawing/2014/main" id="{986141A6-DE56-E01A-FD98-336EDF7EECA3}"/>
              </a:ext>
            </a:extLst>
          </p:cNvPr>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86442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B99624AB-90ED-B071-CDD2-A545DC51E8B3}"/>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4FAC541E-4C20-D123-59C5-BF8F4DFB1AED}"/>
              </a:ext>
            </a:extLst>
          </p:cNvPr>
          <p:cNvSpPr txBox="1">
            <a:spLocks noGrp="1"/>
          </p:cNvSpPr>
          <p:nvPr>
            <p:ph type="body" idx="1"/>
          </p:nvPr>
        </p:nvSpPr>
        <p:spPr>
          <a:xfrm>
            <a:off x="755650" y="5078412"/>
            <a:ext cx="6046800" cy="4810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3:notes">
            <a:extLst>
              <a:ext uri="{FF2B5EF4-FFF2-40B4-BE49-F238E27FC236}">
                <a16:creationId xmlns:a16="http://schemas.microsoft.com/office/drawing/2014/main" id="{35AB2F70-1A39-8BB6-3BAD-3243238BBFF1}"/>
              </a:ext>
            </a:extLst>
          </p:cNvPr>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647681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3:notes"/>
          <p:cNvSpPr txBox="1">
            <a:spLocks noGrp="1"/>
          </p:cNvSpPr>
          <p:nvPr>
            <p:ph type="body" idx="1"/>
          </p:nvPr>
        </p:nvSpPr>
        <p:spPr>
          <a:xfrm>
            <a:off x="755650" y="5078412"/>
            <a:ext cx="6046800" cy="4810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3: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4: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7</a:t>
            </a:fld>
            <a:endParaRPr sz="1400" b="0" i="0" u="none" strike="noStrike" cap="none">
              <a:solidFill>
                <a:srgbClr val="000000"/>
              </a:solidFill>
              <a:latin typeface="Arial"/>
              <a:ea typeface="Arial"/>
              <a:cs typeface="Arial"/>
              <a:sym typeface="Arial"/>
            </a:endParaRPr>
          </a:p>
        </p:txBody>
      </p:sp>
      <p:sp>
        <p:nvSpPr>
          <p:cNvPr id="187" name="Google Shape;187;p4: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88" name="Google Shape;188;p4: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8</a:t>
            </a:fld>
            <a:endParaRPr sz="1400" b="0" i="0" u="none" strike="noStrike" cap="none">
              <a:solidFill>
                <a:srgbClr val="000000"/>
              </a:solidFill>
              <a:latin typeface="Arial"/>
              <a:ea typeface="Arial"/>
              <a:cs typeface="Arial"/>
              <a:sym typeface="Arial"/>
            </a:endParaRPr>
          </a:p>
        </p:txBody>
      </p:sp>
      <p:sp>
        <p:nvSpPr>
          <p:cNvPr id="244" name="Google Shape;244;p12: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45" name="Google Shape;245;p12: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5: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 name="Google Shape;198;p5:notes"/>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6: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6" name="Google Shape;206;p6:notes"/>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7: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2" name="Google Shape;212;p7:notes"/>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8: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8" name="Google Shape;218;p8:notes"/>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9: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4" name="Google Shape;224;p9:notes"/>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0: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0" name="Google Shape;230;p10: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b6b0867c5b_1_0: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b6b0867c5b_1_0: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2" name="Google Shape;152;g3b6b0867c5b_1_0:notes"/>
          <p:cNvSpPr txBox="1">
            <a:spLocks noGrp="1"/>
          </p:cNvSpPr>
          <p:nvPr>
            <p:ph type="sldNum" idx="12"/>
          </p:nvPr>
        </p:nvSpPr>
        <p:spPr>
          <a:xfrm>
            <a:off x="4278312" y="10156825"/>
            <a:ext cx="3279900" cy="5334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15</a:t>
            </a:fld>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1: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6" name="Google Shape;236;p11: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3: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18</a:t>
            </a:fld>
            <a:endParaRPr sz="1400" b="0" i="0" u="none" strike="noStrike" cap="none">
              <a:solidFill>
                <a:srgbClr val="000000"/>
              </a:solidFill>
              <a:latin typeface="Arial"/>
              <a:ea typeface="Arial"/>
              <a:cs typeface="Arial"/>
              <a:sym typeface="Arial"/>
            </a:endParaRPr>
          </a:p>
        </p:txBody>
      </p:sp>
      <p:sp>
        <p:nvSpPr>
          <p:cNvPr id="286" name="Google Shape;286;p13:notes"/>
          <p:cNvSpPr>
            <a:spLocks noGrp="1" noRot="1" noChangeAspect="1"/>
          </p:cNvSpPr>
          <p:nvPr>
            <p:ph type="sldImg" idx="2"/>
          </p:nvPr>
        </p:nvSpPr>
        <p:spPr>
          <a:xfrm>
            <a:off x="1106487" y="812800"/>
            <a:ext cx="5346600" cy="40083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87" name="Google Shape;287;p13: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396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1100"/>
              </a:spcBef>
              <a:spcAft>
                <a:spcPts val="0"/>
              </a:spcAft>
              <a:buSzPts val="1440"/>
              <a:buChar char="►"/>
              <a:defRPr/>
            </a:lvl1pPr>
            <a:lvl2pPr marL="914400" lvl="1" indent="-320040" algn="l">
              <a:lnSpc>
                <a:spcPct val="100000"/>
              </a:lnSpc>
              <a:spcBef>
                <a:spcPts val="1100"/>
              </a:spcBef>
              <a:spcAft>
                <a:spcPts val="0"/>
              </a:spcAft>
              <a:buSzPts val="1440"/>
              <a:buChar char="►"/>
              <a:defRPr/>
            </a:lvl2pPr>
            <a:lvl3pPr marL="1371600" lvl="2" indent="-320039" algn="l">
              <a:lnSpc>
                <a:spcPct val="100000"/>
              </a:lnSpc>
              <a:spcBef>
                <a:spcPts val="1100"/>
              </a:spcBef>
              <a:spcAft>
                <a:spcPts val="0"/>
              </a:spcAft>
              <a:buSzPts val="1440"/>
              <a:buChar char="►"/>
              <a:defRPr/>
            </a:lvl3pPr>
            <a:lvl4pPr marL="1828800" lvl="3" indent="-320039" algn="l">
              <a:lnSpc>
                <a:spcPct val="100000"/>
              </a:lnSpc>
              <a:spcBef>
                <a:spcPts val="1100"/>
              </a:spcBef>
              <a:spcAft>
                <a:spcPts val="0"/>
              </a:spcAft>
              <a:buSzPts val="1440"/>
              <a:buChar char="►"/>
              <a:defRPr/>
            </a:lvl4pPr>
            <a:lvl5pPr marL="2286000" lvl="4" indent="-320039" algn="l">
              <a:lnSpc>
                <a:spcPct val="100000"/>
              </a:lnSpc>
              <a:spcBef>
                <a:spcPts val="1100"/>
              </a:spcBef>
              <a:spcAft>
                <a:spcPts val="0"/>
              </a:spcAft>
              <a:buSzPts val="1440"/>
              <a:buChar char="►"/>
              <a:defRPr/>
            </a:lvl5pPr>
            <a:lvl6pPr marL="2743200" lvl="5" indent="-320039" algn="l">
              <a:lnSpc>
                <a:spcPct val="100000"/>
              </a:lnSpc>
              <a:spcBef>
                <a:spcPts val="1102"/>
              </a:spcBef>
              <a:spcAft>
                <a:spcPts val="0"/>
              </a:spcAft>
              <a:buSzPts val="1440"/>
              <a:buChar char="►"/>
              <a:defRPr/>
            </a:lvl6pPr>
            <a:lvl7pPr marL="3200400" lvl="6" indent="-320039" algn="l">
              <a:lnSpc>
                <a:spcPct val="100000"/>
              </a:lnSpc>
              <a:spcBef>
                <a:spcPts val="1102"/>
              </a:spcBef>
              <a:spcAft>
                <a:spcPts val="0"/>
              </a:spcAft>
              <a:buSzPts val="1440"/>
              <a:buChar char="►"/>
              <a:defRPr/>
            </a:lvl7pPr>
            <a:lvl8pPr marL="3657600" lvl="7" indent="-320040" algn="l">
              <a:lnSpc>
                <a:spcPct val="100000"/>
              </a:lnSpc>
              <a:spcBef>
                <a:spcPts val="1102"/>
              </a:spcBef>
              <a:spcAft>
                <a:spcPts val="0"/>
              </a:spcAft>
              <a:buSzPts val="1440"/>
              <a:buChar char="►"/>
              <a:defRPr/>
            </a:lvl8pPr>
            <a:lvl9pPr marL="4114800" lvl="8" indent="-320040" algn="l">
              <a:lnSpc>
                <a:spcPct val="100000"/>
              </a:lnSpc>
              <a:spcBef>
                <a:spcPts val="1102"/>
              </a:spcBef>
              <a:spcAft>
                <a:spcPts val="0"/>
              </a:spcAft>
              <a:buSzPts val="1440"/>
              <a:buChar char="►"/>
              <a:defRPr/>
            </a:lvl9pPr>
          </a:lstStyle>
          <a:p>
            <a:endParaRPr/>
          </a:p>
        </p:txBody>
      </p:sp>
      <p:sp>
        <p:nvSpPr>
          <p:cNvPr id="29" name="Google Shape;29;p2"/>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2"/>
        <p:cNvGrpSpPr/>
        <p:nvPr/>
      </p:nvGrpSpPr>
      <p:grpSpPr>
        <a:xfrm>
          <a:off x="0" y="0"/>
          <a:ext cx="0" cy="0"/>
          <a:chOff x="0" y="0"/>
          <a:chExt cx="0" cy="0"/>
        </a:xfrm>
      </p:grpSpPr>
      <p:sp>
        <p:nvSpPr>
          <p:cNvPr id="33" name="Google Shape;33;p3"/>
          <p:cNvSpPr txBox="1">
            <a:spLocks noGrp="1"/>
          </p:cNvSpPr>
          <p:nvPr>
            <p:ph type="title"/>
          </p:nvPr>
        </p:nvSpPr>
        <p:spPr>
          <a:xfrm rot="5400000">
            <a:off x="4234694" y="3026822"/>
            <a:ext cx="5788800" cy="107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
          <p:cNvSpPr txBox="1">
            <a:spLocks noGrp="1"/>
          </p:cNvSpPr>
          <p:nvPr>
            <p:ph type="body" idx="1"/>
          </p:nvPr>
        </p:nvSpPr>
        <p:spPr>
          <a:xfrm rot="5400000">
            <a:off x="641146" y="702722"/>
            <a:ext cx="5788800" cy="57273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1100"/>
              </a:spcBef>
              <a:spcAft>
                <a:spcPts val="0"/>
              </a:spcAft>
              <a:buSzPts val="1440"/>
              <a:buChar char="►"/>
              <a:defRPr/>
            </a:lvl1pPr>
            <a:lvl2pPr marL="914400" lvl="1" indent="-320040" algn="l">
              <a:lnSpc>
                <a:spcPct val="100000"/>
              </a:lnSpc>
              <a:spcBef>
                <a:spcPts val="1100"/>
              </a:spcBef>
              <a:spcAft>
                <a:spcPts val="0"/>
              </a:spcAft>
              <a:buSzPts val="1440"/>
              <a:buChar char="►"/>
              <a:defRPr/>
            </a:lvl2pPr>
            <a:lvl3pPr marL="1371600" lvl="2" indent="-320039" algn="l">
              <a:lnSpc>
                <a:spcPct val="100000"/>
              </a:lnSpc>
              <a:spcBef>
                <a:spcPts val="1100"/>
              </a:spcBef>
              <a:spcAft>
                <a:spcPts val="0"/>
              </a:spcAft>
              <a:buSzPts val="1440"/>
              <a:buChar char="►"/>
              <a:defRPr/>
            </a:lvl3pPr>
            <a:lvl4pPr marL="1828800" lvl="3" indent="-320039" algn="l">
              <a:lnSpc>
                <a:spcPct val="100000"/>
              </a:lnSpc>
              <a:spcBef>
                <a:spcPts val="1100"/>
              </a:spcBef>
              <a:spcAft>
                <a:spcPts val="0"/>
              </a:spcAft>
              <a:buSzPts val="1440"/>
              <a:buChar char="►"/>
              <a:defRPr/>
            </a:lvl4pPr>
            <a:lvl5pPr marL="2286000" lvl="4" indent="-320039" algn="l">
              <a:lnSpc>
                <a:spcPct val="100000"/>
              </a:lnSpc>
              <a:spcBef>
                <a:spcPts val="1100"/>
              </a:spcBef>
              <a:spcAft>
                <a:spcPts val="0"/>
              </a:spcAft>
              <a:buSzPts val="1440"/>
              <a:buChar char="►"/>
              <a:defRPr/>
            </a:lvl5pPr>
            <a:lvl6pPr marL="2743200" lvl="5" indent="-320039" algn="l">
              <a:lnSpc>
                <a:spcPct val="100000"/>
              </a:lnSpc>
              <a:spcBef>
                <a:spcPts val="1102"/>
              </a:spcBef>
              <a:spcAft>
                <a:spcPts val="0"/>
              </a:spcAft>
              <a:buSzPts val="1440"/>
              <a:buChar char="►"/>
              <a:defRPr/>
            </a:lvl6pPr>
            <a:lvl7pPr marL="3200400" lvl="6" indent="-320039" algn="l">
              <a:lnSpc>
                <a:spcPct val="100000"/>
              </a:lnSpc>
              <a:spcBef>
                <a:spcPts val="1102"/>
              </a:spcBef>
              <a:spcAft>
                <a:spcPts val="0"/>
              </a:spcAft>
              <a:buSzPts val="1440"/>
              <a:buChar char="►"/>
              <a:defRPr/>
            </a:lvl7pPr>
            <a:lvl8pPr marL="3657600" lvl="7" indent="-320040" algn="l">
              <a:lnSpc>
                <a:spcPct val="100000"/>
              </a:lnSpc>
              <a:spcBef>
                <a:spcPts val="1102"/>
              </a:spcBef>
              <a:spcAft>
                <a:spcPts val="0"/>
              </a:spcAft>
              <a:buSzPts val="1440"/>
              <a:buChar char="►"/>
              <a:defRPr/>
            </a:lvl8pPr>
            <a:lvl9pPr marL="4114800" lvl="8" indent="-320040" algn="l">
              <a:lnSpc>
                <a:spcPct val="100000"/>
              </a:lnSpc>
              <a:spcBef>
                <a:spcPts val="1102"/>
              </a:spcBef>
              <a:spcAft>
                <a:spcPts val="0"/>
              </a:spcAft>
              <a:buSzPts val="1440"/>
              <a:buChar char="►"/>
              <a:defRPr/>
            </a:lvl9pPr>
          </a:lstStyle>
          <a:p>
            <a:endParaRPr/>
          </a:p>
        </p:txBody>
      </p:sp>
      <p:sp>
        <p:nvSpPr>
          <p:cNvPr id="35" name="Google Shape;35;p3"/>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
        <p:cNvGrpSpPr/>
        <p:nvPr/>
      </p:nvGrpSpPr>
      <p:grpSpPr>
        <a:xfrm>
          <a:off x="0" y="0"/>
          <a:ext cx="0" cy="0"/>
          <a:chOff x="0" y="0"/>
          <a:chExt cx="0" cy="0"/>
        </a:xfrm>
      </p:grpSpPr>
      <p:sp>
        <p:nvSpPr>
          <p:cNvPr id="39" name="Google Shape;39;p4"/>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
          <p:cNvSpPr txBox="1">
            <a:spLocks noGrp="1"/>
          </p:cNvSpPr>
          <p:nvPr>
            <p:ph type="body" idx="1"/>
          </p:nvPr>
        </p:nvSpPr>
        <p:spPr>
          <a:xfrm rot="5400000">
            <a:off x="2031162" y="1021500"/>
            <a:ext cx="4278300" cy="69978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1100"/>
              </a:spcBef>
              <a:spcAft>
                <a:spcPts val="0"/>
              </a:spcAft>
              <a:buSzPts val="1440"/>
              <a:buChar char="►"/>
              <a:defRPr/>
            </a:lvl1pPr>
            <a:lvl2pPr marL="914400" lvl="1" indent="-320040" algn="l">
              <a:lnSpc>
                <a:spcPct val="100000"/>
              </a:lnSpc>
              <a:spcBef>
                <a:spcPts val="1100"/>
              </a:spcBef>
              <a:spcAft>
                <a:spcPts val="0"/>
              </a:spcAft>
              <a:buSzPts val="1440"/>
              <a:buChar char="►"/>
              <a:defRPr/>
            </a:lvl2pPr>
            <a:lvl3pPr marL="1371600" lvl="2" indent="-320039" algn="l">
              <a:lnSpc>
                <a:spcPct val="100000"/>
              </a:lnSpc>
              <a:spcBef>
                <a:spcPts val="1100"/>
              </a:spcBef>
              <a:spcAft>
                <a:spcPts val="0"/>
              </a:spcAft>
              <a:buSzPts val="1440"/>
              <a:buChar char="►"/>
              <a:defRPr/>
            </a:lvl3pPr>
            <a:lvl4pPr marL="1828800" lvl="3" indent="-320039" algn="l">
              <a:lnSpc>
                <a:spcPct val="100000"/>
              </a:lnSpc>
              <a:spcBef>
                <a:spcPts val="1100"/>
              </a:spcBef>
              <a:spcAft>
                <a:spcPts val="0"/>
              </a:spcAft>
              <a:buSzPts val="1440"/>
              <a:buChar char="►"/>
              <a:defRPr/>
            </a:lvl4pPr>
            <a:lvl5pPr marL="2286000" lvl="4" indent="-320039" algn="l">
              <a:lnSpc>
                <a:spcPct val="100000"/>
              </a:lnSpc>
              <a:spcBef>
                <a:spcPts val="1100"/>
              </a:spcBef>
              <a:spcAft>
                <a:spcPts val="0"/>
              </a:spcAft>
              <a:buSzPts val="1440"/>
              <a:buChar char="►"/>
              <a:defRPr/>
            </a:lvl5pPr>
            <a:lvl6pPr marL="2743200" lvl="5" indent="-320039" algn="l">
              <a:lnSpc>
                <a:spcPct val="100000"/>
              </a:lnSpc>
              <a:spcBef>
                <a:spcPts val="1102"/>
              </a:spcBef>
              <a:spcAft>
                <a:spcPts val="0"/>
              </a:spcAft>
              <a:buSzPts val="1440"/>
              <a:buChar char="►"/>
              <a:defRPr/>
            </a:lvl6pPr>
            <a:lvl7pPr marL="3200400" lvl="6" indent="-320039" algn="l">
              <a:lnSpc>
                <a:spcPct val="100000"/>
              </a:lnSpc>
              <a:spcBef>
                <a:spcPts val="1102"/>
              </a:spcBef>
              <a:spcAft>
                <a:spcPts val="0"/>
              </a:spcAft>
              <a:buSzPts val="1440"/>
              <a:buChar char="►"/>
              <a:defRPr/>
            </a:lvl7pPr>
            <a:lvl8pPr marL="3657600" lvl="7" indent="-320040" algn="l">
              <a:lnSpc>
                <a:spcPct val="100000"/>
              </a:lnSpc>
              <a:spcBef>
                <a:spcPts val="1102"/>
              </a:spcBef>
              <a:spcAft>
                <a:spcPts val="0"/>
              </a:spcAft>
              <a:buSzPts val="1440"/>
              <a:buChar char="►"/>
              <a:defRPr/>
            </a:lvl8pPr>
            <a:lvl9pPr marL="4114800" lvl="8" indent="-320040" algn="l">
              <a:lnSpc>
                <a:spcPct val="100000"/>
              </a:lnSpc>
              <a:spcBef>
                <a:spcPts val="1102"/>
              </a:spcBef>
              <a:spcAft>
                <a:spcPts val="0"/>
              </a:spcAft>
              <a:buSzPts val="1440"/>
              <a:buChar char="►"/>
              <a:defRPr/>
            </a:lvl9pPr>
          </a:lstStyle>
          <a:p>
            <a:endParaRPr/>
          </a:p>
        </p:txBody>
      </p:sp>
      <p:sp>
        <p:nvSpPr>
          <p:cNvPr id="41" name="Google Shape;41;p4"/>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44"/>
        <p:cNvGrpSpPr/>
        <p:nvPr/>
      </p:nvGrpSpPr>
      <p:grpSpPr>
        <a:xfrm>
          <a:off x="0" y="0"/>
          <a:ext cx="0" cy="0"/>
          <a:chOff x="0" y="0"/>
          <a:chExt cx="0" cy="0"/>
        </a:xfrm>
      </p:grpSpPr>
      <p:sp>
        <p:nvSpPr>
          <p:cNvPr id="45" name="Google Shape;45;p5"/>
          <p:cNvSpPr txBox="1">
            <a:spLocks noGrp="1"/>
          </p:cNvSpPr>
          <p:nvPr>
            <p:ph type="title"/>
          </p:nvPr>
        </p:nvSpPr>
        <p:spPr>
          <a:xfrm>
            <a:off x="678930" y="671971"/>
            <a:ext cx="6990900" cy="3331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485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
          <p:cNvSpPr txBox="1">
            <a:spLocks noGrp="1"/>
          </p:cNvSpPr>
          <p:nvPr>
            <p:ph type="body" idx="1"/>
          </p:nvPr>
        </p:nvSpPr>
        <p:spPr>
          <a:xfrm>
            <a:off x="672038" y="4423810"/>
            <a:ext cx="6997800" cy="567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100"/>
              </a:spcBef>
              <a:spcAft>
                <a:spcPts val="0"/>
              </a:spcAft>
              <a:buSzPts val="2117"/>
              <a:buFont typeface="Trebuchet MS"/>
              <a:buNone/>
              <a:defRPr sz="2646">
                <a:solidFill>
                  <a:schemeClr val="accent1"/>
                </a:solidFill>
              </a:defRPr>
            </a:lvl1pPr>
            <a:lvl2pPr marL="914400" lvl="1" indent="-228600" algn="l">
              <a:lnSpc>
                <a:spcPct val="100000"/>
              </a:lnSpc>
              <a:spcBef>
                <a:spcPts val="1100"/>
              </a:spcBef>
              <a:spcAft>
                <a:spcPts val="0"/>
              </a:spcAft>
              <a:buSzPts val="1360"/>
              <a:buFont typeface="Trebuchet MS"/>
              <a:buNone/>
              <a:defRPr/>
            </a:lvl2pPr>
            <a:lvl3pPr marL="1371600" lvl="2" indent="-228600" algn="l">
              <a:lnSpc>
                <a:spcPct val="100000"/>
              </a:lnSpc>
              <a:spcBef>
                <a:spcPts val="1100"/>
              </a:spcBef>
              <a:spcAft>
                <a:spcPts val="0"/>
              </a:spcAft>
              <a:buSzPts val="1200"/>
              <a:buFont typeface="Trebuchet MS"/>
              <a:buNone/>
              <a:defRPr/>
            </a:lvl3pPr>
            <a:lvl4pPr marL="1828800" lvl="3" indent="-228600" algn="l">
              <a:lnSpc>
                <a:spcPct val="100000"/>
              </a:lnSpc>
              <a:spcBef>
                <a:spcPts val="1100"/>
              </a:spcBef>
              <a:spcAft>
                <a:spcPts val="0"/>
              </a:spcAft>
              <a:buSzPts val="1040"/>
              <a:buFont typeface="Trebuchet MS"/>
              <a:buNone/>
              <a:defRPr/>
            </a:lvl4pPr>
            <a:lvl5pPr marL="2286000" lvl="4" indent="-228600" algn="l">
              <a:lnSpc>
                <a:spcPct val="100000"/>
              </a:lnSpc>
              <a:spcBef>
                <a:spcPts val="1100"/>
              </a:spcBef>
              <a:spcAft>
                <a:spcPts val="0"/>
              </a:spcAft>
              <a:buSzPts val="1040"/>
              <a:buFont typeface="Trebuchet MS"/>
              <a:buNone/>
              <a:defRPr/>
            </a:lvl5pPr>
            <a:lvl6pPr marL="2743200" lvl="5" indent="-320039" algn="l">
              <a:lnSpc>
                <a:spcPct val="100000"/>
              </a:lnSpc>
              <a:spcBef>
                <a:spcPts val="1102"/>
              </a:spcBef>
              <a:spcAft>
                <a:spcPts val="0"/>
              </a:spcAft>
              <a:buSzPts val="1440"/>
              <a:buChar char="►"/>
              <a:defRPr/>
            </a:lvl6pPr>
            <a:lvl7pPr marL="3200400" lvl="6" indent="-320039" algn="l">
              <a:lnSpc>
                <a:spcPct val="100000"/>
              </a:lnSpc>
              <a:spcBef>
                <a:spcPts val="1102"/>
              </a:spcBef>
              <a:spcAft>
                <a:spcPts val="0"/>
              </a:spcAft>
              <a:buSzPts val="1440"/>
              <a:buChar char="►"/>
              <a:defRPr/>
            </a:lvl7pPr>
            <a:lvl8pPr marL="3657600" lvl="7" indent="-320040" algn="l">
              <a:lnSpc>
                <a:spcPct val="100000"/>
              </a:lnSpc>
              <a:spcBef>
                <a:spcPts val="1102"/>
              </a:spcBef>
              <a:spcAft>
                <a:spcPts val="0"/>
              </a:spcAft>
              <a:buSzPts val="1440"/>
              <a:buChar char="►"/>
              <a:defRPr/>
            </a:lvl8pPr>
            <a:lvl9pPr marL="4114800" lvl="8" indent="-320040" algn="l">
              <a:lnSpc>
                <a:spcPct val="100000"/>
              </a:lnSpc>
              <a:spcBef>
                <a:spcPts val="1102"/>
              </a:spcBef>
              <a:spcAft>
                <a:spcPts val="0"/>
              </a:spcAft>
              <a:buSzPts val="1440"/>
              <a:buChar char="►"/>
              <a:defRPr/>
            </a:lvl9pPr>
          </a:lstStyle>
          <a:p>
            <a:endParaRPr/>
          </a:p>
        </p:txBody>
      </p:sp>
      <p:sp>
        <p:nvSpPr>
          <p:cNvPr id="47" name="Google Shape;47;p5"/>
          <p:cNvSpPr txBox="1">
            <a:spLocks noGrp="1"/>
          </p:cNvSpPr>
          <p:nvPr>
            <p:ph type="body" idx="2"/>
          </p:nvPr>
        </p:nvSpPr>
        <p:spPr>
          <a:xfrm>
            <a:off x="672040" y="4990673"/>
            <a:ext cx="6997800" cy="16689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100"/>
              </a:spcBef>
              <a:spcAft>
                <a:spcPts val="0"/>
              </a:spcAft>
              <a:buSzPts val="1587"/>
              <a:buNone/>
              <a:defRPr sz="1984">
                <a:solidFill>
                  <a:srgbClr val="7F7F7F"/>
                </a:solidFill>
              </a:defRPr>
            </a:lvl1pPr>
            <a:lvl2pPr marL="914400" lvl="1" indent="-228600" algn="l">
              <a:lnSpc>
                <a:spcPct val="100000"/>
              </a:lnSpc>
              <a:spcBef>
                <a:spcPts val="1100"/>
              </a:spcBef>
              <a:spcAft>
                <a:spcPts val="0"/>
              </a:spcAft>
              <a:buSzPts val="1587"/>
              <a:buNone/>
              <a:defRPr sz="1984">
                <a:solidFill>
                  <a:srgbClr val="888888"/>
                </a:solidFill>
              </a:defRPr>
            </a:lvl2pPr>
            <a:lvl3pPr marL="1371600" lvl="2" indent="-228600" algn="l">
              <a:lnSpc>
                <a:spcPct val="100000"/>
              </a:lnSpc>
              <a:spcBef>
                <a:spcPts val="1100"/>
              </a:spcBef>
              <a:spcAft>
                <a:spcPts val="0"/>
              </a:spcAft>
              <a:buSzPts val="1411"/>
              <a:buNone/>
              <a:defRPr sz="1764">
                <a:solidFill>
                  <a:srgbClr val="888888"/>
                </a:solidFill>
              </a:defRPr>
            </a:lvl3pPr>
            <a:lvl4pPr marL="1828800" lvl="3" indent="-228600" algn="l">
              <a:lnSpc>
                <a:spcPct val="100000"/>
              </a:lnSpc>
              <a:spcBef>
                <a:spcPts val="1100"/>
              </a:spcBef>
              <a:spcAft>
                <a:spcPts val="0"/>
              </a:spcAft>
              <a:buSzPts val="1234"/>
              <a:buNone/>
              <a:defRPr sz="1543">
                <a:solidFill>
                  <a:srgbClr val="888888"/>
                </a:solidFill>
              </a:defRPr>
            </a:lvl4pPr>
            <a:lvl5pPr marL="2286000" lvl="4" indent="-228600" algn="l">
              <a:lnSpc>
                <a:spcPct val="100000"/>
              </a:lnSpc>
              <a:spcBef>
                <a:spcPts val="1100"/>
              </a:spcBef>
              <a:spcAft>
                <a:spcPts val="0"/>
              </a:spcAft>
              <a:buSzPts val="1234"/>
              <a:buNone/>
              <a:defRPr sz="1543">
                <a:solidFill>
                  <a:srgbClr val="888888"/>
                </a:solidFill>
              </a:defRPr>
            </a:lvl5pPr>
            <a:lvl6pPr marL="2743200" lvl="5" indent="-228600" algn="l">
              <a:lnSpc>
                <a:spcPct val="100000"/>
              </a:lnSpc>
              <a:spcBef>
                <a:spcPts val="1102"/>
              </a:spcBef>
              <a:spcAft>
                <a:spcPts val="0"/>
              </a:spcAft>
              <a:buSzPts val="1234"/>
              <a:buNone/>
              <a:defRPr sz="1543">
                <a:solidFill>
                  <a:srgbClr val="888888"/>
                </a:solidFill>
              </a:defRPr>
            </a:lvl6pPr>
            <a:lvl7pPr marL="3200400" lvl="6" indent="-228600" algn="l">
              <a:lnSpc>
                <a:spcPct val="100000"/>
              </a:lnSpc>
              <a:spcBef>
                <a:spcPts val="1102"/>
              </a:spcBef>
              <a:spcAft>
                <a:spcPts val="0"/>
              </a:spcAft>
              <a:buSzPts val="1234"/>
              <a:buNone/>
              <a:defRPr sz="1543">
                <a:solidFill>
                  <a:srgbClr val="888888"/>
                </a:solidFill>
              </a:defRPr>
            </a:lvl7pPr>
            <a:lvl8pPr marL="3657600" lvl="7" indent="-228600" algn="l">
              <a:lnSpc>
                <a:spcPct val="100000"/>
              </a:lnSpc>
              <a:spcBef>
                <a:spcPts val="1102"/>
              </a:spcBef>
              <a:spcAft>
                <a:spcPts val="0"/>
              </a:spcAft>
              <a:buSzPts val="1234"/>
              <a:buNone/>
              <a:defRPr sz="1543">
                <a:solidFill>
                  <a:srgbClr val="888888"/>
                </a:solidFill>
              </a:defRPr>
            </a:lvl8pPr>
            <a:lvl9pPr marL="4114800" lvl="8" indent="-228600" algn="l">
              <a:lnSpc>
                <a:spcPct val="100000"/>
              </a:lnSpc>
              <a:spcBef>
                <a:spcPts val="1102"/>
              </a:spcBef>
              <a:spcAft>
                <a:spcPts val="0"/>
              </a:spcAft>
              <a:buSzPts val="1234"/>
              <a:buNone/>
              <a:defRPr sz="1543">
                <a:solidFill>
                  <a:srgbClr val="888888"/>
                </a:solidFill>
              </a:defRPr>
            </a:lvl9pPr>
          </a:lstStyle>
          <a:p>
            <a:endParaRPr/>
          </a:p>
        </p:txBody>
      </p:sp>
      <p:sp>
        <p:nvSpPr>
          <p:cNvPr id="48" name="Google Shape;48;p5"/>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5"/>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5"/>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51"/>
        <p:cNvGrpSpPr/>
        <p:nvPr/>
      </p:nvGrpSpPr>
      <p:grpSpPr>
        <a:xfrm>
          <a:off x="0" y="0"/>
          <a:ext cx="0" cy="0"/>
          <a:chOff x="0" y="0"/>
          <a:chExt cx="0" cy="0"/>
        </a:xfrm>
      </p:grpSpPr>
      <p:sp>
        <p:nvSpPr>
          <p:cNvPr id="52" name="Google Shape;52;p6"/>
          <p:cNvSpPr txBox="1">
            <a:spLocks noGrp="1"/>
          </p:cNvSpPr>
          <p:nvPr>
            <p:ph type="title"/>
          </p:nvPr>
        </p:nvSpPr>
        <p:spPr>
          <a:xfrm>
            <a:off x="672040" y="2129659"/>
            <a:ext cx="6997800" cy="28611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485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6"/>
          <p:cNvSpPr txBox="1">
            <a:spLocks noGrp="1"/>
          </p:cNvSpPr>
          <p:nvPr>
            <p:ph type="body" idx="1"/>
          </p:nvPr>
        </p:nvSpPr>
        <p:spPr>
          <a:xfrm>
            <a:off x="672040" y="4990673"/>
            <a:ext cx="6997800" cy="16689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100"/>
              </a:spcBef>
              <a:spcAft>
                <a:spcPts val="0"/>
              </a:spcAft>
              <a:buSzPts val="1587"/>
              <a:buNone/>
              <a:defRPr sz="1984">
                <a:solidFill>
                  <a:srgbClr val="3F3F3F"/>
                </a:solidFill>
              </a:defRPr>
            </a:lvl1pPr>
            <a:lvl2pPr marL="914400" lvl="1" indent="-228600" algn="l">
              <a:lnSpc>
                <a:spcPct val="100000"/>
              </a:lnSpc>
              <a:spcBef>
                <a:spcPts val="1100"/>
              </a:spcBef>
              <a:spcAft>
                <a:spcPts val="0"/>
              </a:spcAft>
              <a:buSzPts val="1587"/>
              <a:buNone/>
              <a:defRPr sz="1984">
                <a:solidFill>
                  <a:srgbClr val="888888"/>
                </a:solidFill>
              </a:defRPr>
            </a:lvl2pPr>
            <a:lvl3pPr marL="1371600" lvl="2" indent="-228600" algn="l">
              <a:lnSpc>
                <a:spcPct val="100000"/>
              </a:lnSpc>
              <a:spcBef>
                <a:spcPts val="1100"/>
              </a:spcBef>
              <a:spcAft>
                <a:spcPts val="0"/>
              </a:spcAft>
              <a:buSzPts val="1411"/>
              <a:buNone/>
              <a:defRPr sz="1764">
                <a:solidFill>
                  <a:srgbClr val="888888"/>
                </a:solidFill>
              </a:defRPr>
            </a:lvl3pPr>
            <a:lvl4pPr marL="1828800" lvl="3" indent="-228600" algn="l">
              <a:lnSpc>
                <a:spcPct val="100000"/>
              </a:lnSpc>
              <a:spcBef>
                <a:spcPts val="1100"/>
              </a:spcBef>
              <a:spcAft>
                <a:spcPts val="0"/>
              </a:spcAft>
              <a:buSzPts val="1234"/>
              <a:buNone/>
              <a:defRPr sz="1543">
                <a:solidFill>
                  <a:srgbClr val="888888"/>
                </a:solidFill>
              </a:defRPr>
            </a:lvl4pPr>
            <a:lvl5pPr marL="2286000" lvl="4" indent="-228600" algn="l">
              <a:lnSpc>
                <a:spcPct val="100000"/>
              </a:lnSpc>
              <a:spcBef>
                <a:spcPts val="1100"/>
              </a:spcBef>
              <a:spcAft>
                <a:spcPts val="0"/>
              </a:spcAft>
              <a:buSzPts val="1234"/>
              <a:buNone/>
              <a:defRPr sz="1543">
                <a:solidFill>
                  <a:srgbClr val="888888"/>
                </a:solidFill>
              </a:defRPr>
            </a:lvl5pPr>
            <a:lvl6pPr marL="2743200" lvl="5" indent="-228600" algn="l">
              <a:lnSpc>
                <a:spcPct val="100000"/>
              </a:lnSpc>
              <a:spcBef>
                <a:spcPts val="1102"/>
              </a:spcBef>
              <a:spcAft>
                <a:spcPts val="0"/>
              </a:spcAft>
              <a:buSzPts val="1234"/>
              <a:buNone/>
              <a:defRPr sz="1543">
                <a:solidFill>
                  <a:srgbClr val="888888"/>
                </a:solidFill>
              </a:defRPr>
            </a:lvl6pPr>
            <a:lvl7pPr marL="3200400" lvl="6" indent="-228600" algn="l">
              <a:lnSpc>
                <a:spcPct val="100000"/>
              </a:lnSpc>
              <a:spcBef>
                <a:spcPts val="1102"/>
              </a:spcBef>
              <a:spcAft>
                <a:spcPts val="0"/>
              </a:spcAft>
              <a:buSzPts val="1234"/>
              <a:buNone/>
              <a:defRPr sz="1543">
                <a:solidFill>
                  <a:srgbClr val="888888"/>
                </a:solidFill>
              </a:defRPr>
            </a:lvl7pPr>
            <a:lvl8pPr marL="3657600" lvl="7" indent="-228600" algn="l">
              <a:lnSpc>
                <a:spcPct val="100000"/>
              </a:lnSpc>
              <a:spcBef>
                <a:spcPts val="1102"/>
              </a:spcBef>
              <a:spcAft>
                <a:spcPts val="0"/>
              </a:spcAft>
              <a:buSzPts val="1234"/>
              <a:buNone/>
              <a:defRPr sz="1543">
                <a:solidFill>
                  <a:srgbClr val="888888"/>
                </a:solidFill>
              </a:defRPr>
            </a:lvl8pPr>
            <a:lvl9pPr marL="4114800" lvl="8" indent="-228600" algn="l">
              <a:lnSpc>
                <a:spcPct val="100000"/>
              </a:lnSpc>
              <a:spcBef>
                <a:spcPts val="1102"/>
              </a:spcBef>
              <a:spcAft>
                <a:spcPts val="0"/>
              </a:spcAft>
              <a:buSzPts val="1234"/>
              <a:buNone/>
              <a:defRPr sz="1543">
                <a:solidFill>
                  <a:srgbClr val="888888"/>
                </a:solidFill>
              </a:defRPr>
            </a:lvl9pPr>
          </a:lstStyle>
          <a:p>
            <a:endParaRPr/>
          </a:p>
        </p:txBody>
      </p:sp>
      <p:sp>
        <p:nvSpPr>
          <p:cNvPr id="54" name="Google Shape;54;p6"/>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6"/>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672042" y="671971"/>
            <a:ext cx="6997800" cy="3751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485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
          <p:cNvSpPr txBox="1">
            <a:spLocks noGrp="1"/>
          </p:cNvSpPr>
          <p:nvPr>
            <p:ph type="body" idx="1"/>
          </p:nvPr>
        </p:nvSpPr>
        <p:spPr>
          <a:xfrm>
            <a:off x="672042" y="4927788"/>
            <a:ext cx="6997800" cy="17316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1100"/>
              </a:spcBef>
              <a:spcAft>
                <a:spcPts val="0"/>
              </a:spcAft>
              <a:buSzPts val="1587"/>
              <a:buNone/>
              <a:defRPr sz="1984">
                <a:solidFill>
                  <a:srgbClr val="3F3F3F"/>
                </a:solidFill>
              </a:defRPr>
            </a:lvl1pPr>
            <a:lvl2pPr marL="914400" lvl="1" indent="-228600" algn="l">
              <a:lnSpc>
                <a:spcPct val="100000"/>
              </a:lnSpc>
              <a:spcBef>
                <a:spcPts val="1100"/>
              </a:spcBef>
              <a:spcAft>
                <a:spcPts val="0"/>
              </a:spcAft>
              <a:buSzPts val="1587"/>
              <a:buNone/>
              <a:defRPr sz="1984">
                <a:solidFill>
                  <a:srgbClr val="888888"/>
                </a:solidFill>
              </a:defRPr>
            </a:lvl2pPr>
            <a:lvl3pPr marL="1371600" lvl="2" indent="-228600" algn="l">
              <a:lnSpc>
                <a:spcPct val="100000"/>
              </a:lnSpc>
              <a:spcBef>
                <a:spcPts val="1100"/>
              </a:spcBef>
              <a:spcAft>
                <a:spcPts val="0"/>
              </a:spcAft>
              <a:buSzPts val="1411"/>
              <a:buNone/>
              <a:defRPr sz="1764">
                <a:solidFill>
                  <a:srgbClr val="888888"/>
                </a:solidFill>
              </a:defRPr>
            </a:lvl3pPr>
            <a:lvl4pPr marL="1828800" lvl="3" indent="-228600" algn="l">
              <a:lnSpc>
                <a:spcPct val="100000"/>
              </a:lnSpc>
              <a:spcBef>
                <a:spcPts val="1100"/>
              </a:spcBef>
              <a:spcAft>
                <a:spcPts val="0"/>
              </a:spcAft>
              <a:buSzPts val="1234"/>
              <a:buNone/>
              <a:defRPr sz="1543">
                <a:solidFill>
                  <a:srgbClr val="888888"/>
                </a:solidFill>
              </a:defRPr>
            </a:lvl4pPr>
            <a:lvl5pPr marL="2286000" lvl="4" indent="-228600" algn="l">
              <a:lnSpc>
                <a:spcPct val="100000"/>
              </a:lnSpc>
              <a:spcBef>
                <a:spcPts val="1100"/>
              </a:spcBef>
              <a:spcAft>
                <a:spcPts val="0"/>
              </a:spcAft>
              <a:buSzPts val="1234"/>
              <a:buNone/>
              <a:defRPr sz="1543">
                <a:solidFill>
                  <a:srgbClr val="888888"/>
                </a:solidFill>
              </a:defRPr>
            </a:lvl5pPr>
            <a:lvl6pPr marL="2743200" lvl="5" indent="-228600" algn="l">
              <a:lnSpc>
                <a:spcPct val="100000"/>
              </a:lnSpc>
              <a:spcBef>
                <a:spcPts val="1102"/>
              </a:spcBef>
              <a:spcAft>
                <a:spcPts val="0"/>
              </a:spcAft>
              <a:buSzPts val="1234"/>
              <a:buNone/>
              <a:defRPr sz="1543">
                <a:solidFill>
                  <a:srgbClr val="888888"/>
                </a:solidFill>
              </a:defRPr>
            </a:lvl6pPr>
            <a:lvl7pPr marL="3200400" lvl="6" indent="-228600" algn="l">
              <a:lnSpc>
                <a:spcPct val="100000"/>
              </a:lnSpc>
              <a:spcBef>
                <a:spcPts val="1102"/>
              </a:spcBef>
              <a:spcAft>
                <a:spcPts val="0"/>
              </a:spcAft>
              <a:buSzPts val="1234"/>
              <a:buNone/>
              <a:defRPr sz="1543">
                <a:solidFill>
                  <a:srgbClr val="888888"/>
                </a:solidFill>
              </a:defRPr>
            </a:lvl7pPr>
            <a:lvl8pPr marL="3657600" lvl="7" indent="-228600" algn="l">
              <a:lnSpc>
                <a:spcPct val="100000"/>
              </a:lnSpc>
              <a:spcBef>
                <a:spcPts val="1102"/>
              </a:spcBef>
              <a:spcAft>
                <a:spcPts val="0"/>
              </a:spcAft>
              <a:buSzPts val="1234"/>
              <a:buNone/>
              <a:defRPr sz="1543">
                <a:solidFill>
                  <a:srgbClr val="888888"/>
                </a:solidFill>
              </a:defRPr>
            </a:lvl8pPr>
            <a:lvl9pPr marL="4114800" lvl="8" indent="-228600" algn="l">
              <a:lnSpc>
                <a:spcPct val="100000"/>
              </a:lnSpc>
              <a:spcBef>
                <a:spcPts val="1102"/>
              </a:spcBef>
              <a:spcAft>
                <a:spcPts val="0"/>
              </a:spcAft>
              <a:buSzPts val="1234"/>
              <a:buNone/>
              <a:defRPr sz="1543">
                <a:solidFill>
                  <a:srgbClr val="888888"/>
                </a:solidFill>
              </a:defRPr>
            </a:lvl9pPr>
          </a:lstStyle>
          <a:p>
            <a:endParaRPr/>
          </a:p>
        </p:txBody>
      </p:sp>
      <p:sp>
        <p:nvSpPr>
          <p:cNvPr id="60" name="Google Shape;60;p7"/>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7"/>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7"/>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8"/>
          <p:cNvSpPr txBox="1">
            <a:spLocks noGrp="1"/>
          </p:cNvSpPr>
          <p:nvPr>
            <p:ph type="title"/>
          </p:nvPr>
        </p:nvSpPr>
        <p:spPr>
          <a:xfrm>
            <a:off x="672041" y="5291772"/>
            <a:ext cx="6997800" cy="624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646"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
          <p:cNvSpPr>
            <a:spLocks noGrp="1"/>
          </p:cNvSpPr>
          <p:nvPr>
            <p:ph type="pic" idx="2"/>
          </p:nvPr>
        </p:nvSpPr>
        <p:spPr>
          <a:xfrm>
            <a:off x="672041" y="671971"/>
            <a:ext cx="6997800" cy="4239300"/>
          </a:xfrm>
          <a:prstGeom prst="rect">
            <a:avLst/>
          </a:prstGeom>
          <a:noFill/>
          <a:ln>
            <a:noFill/>
          </a:ln>
        </p:spPr>
      </p:sp>
      <p:sp>
        <p:nvSpPr>
          <p:cNvPr id="66" name="Google Shape;66;p8"/>
          <p:cNvSpPr txBox="1">
            <a:spLocks noGrp="1"/>
          </p:cNvSpPr>
          <p:nvPr>
            <p:ph type="body" idx="1"/>
          </p:nvPr>
        </p:nvSpPr>
        <p:spPr>
          <a:xfrm>
            <a:off x="672041" y="5916496"/>
            <a:ext cx="6997800" cy="7431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100"/>
              </a:spcBef>
              <a:spcAft>
                <a:spcPts val="0"/>
              </a:spcAft>
              <a:buSzPts val="1058"/>
              <a:buNone/>
              <a:defRPr sz="1323"/>
            </a:lvl1pPr>
            <a:lvl2pPr marL="914400" lvl="1" indent="-228600" algn="l">
              <a:lnSpc>
                <a:spcPct val="100000"/>
              </a:lnSpc>
              <a:spcBef>
                <a:spcPts val="1100"/>
              </a:spcBef>
              <a:spcAft>
                <a:spcPts val="0"/>
              </a:spcAft>
              <a:buSzPts val="1058"/>
              <a:buNone/>
              <a:defRPr sz="1323"/>
            </a:lvl2pPr>
            <a:lvl3pPr marL="1371600" lvl="2" indent="-228600" algn="l">
              <a:lnSpc>
                <a:spcPct val="100000"/>
              </a:lnSpc>
              <a:spcBef>
                <a:spcPts val="1100"/>
              </a:spcBef>
              <a:spcAft>
                <a:spcPts val="0"/>
              </a:spcAft>
              <a:buSzPts val="882"/>
              <a:buNone/>
              <a:defRPr sz="1102"/>
            </a:lvl3pPr>
            <a:lvl4pPr marL="1828800" lvl="3" indent="-228600" algn="l">
              <a:lnSpc>
                <a:spcPct val="100000"/>
              </a:lnSpc>
              <a:spcBef>
                <a:spcPts val="1100"/>
              </a:spcBef>
              <a:spcAft>
                <a:spcPts val="0"/>
              </a:spcAft>
              <a:buSzPts val="794"/>
              <a:buNone/>
              <a:defRPr sz="992"/>
            </a:lvl4pPr>
            <a:lvl5pPr marL="2286000" lvl="4" indent="-228600" algn="l">
              <a:lnSpc>
                <a:spcPct val="100000"/>
              </a:lnSpc>
              <a:spcBef>
                <a:spcPts val="1100"/>
              </a:spcBef>
              <a:spcAft>
                <a:spcPts val="0"/>
              </a:spcAft>
              <a:buSzPts val="794"/>
              <a:buNone/>
              <a:defRPr sz="992"/>
            </a:lvl5pPr>
            <a:lvl6pPr marL="2743200" lvl="5" indent="-228600" algn="l">
              <a:lnSpc>
                <a:spcPct val="100000"/>
              </a:lnSpc>
              <a:spcBef>
                <a:spcPts val="1102"/>
              </a:spcBef>
              <a:spcAft>
                <a:spcPts val="0"/>
              </a:spcAft>
              <a:buSzPts val="794"/>
              <a:buNone/>
              <a:defRPr sz="992"/>
            </a:lvl6pPr>
            <a:lvl7pPr marL="3200400" lvl="6" indent="-228600" algn="l">
              <a:lnSpc>
                <a:spcPct val="100000"/>
              </a:lnSpc>
              <a:spcBef>
                <a:spcPts val="1102"/>
              </a:spcBef>
              <a:spcAft>
                <a:spcPts val="0"/>
              </a:spcAft>
              <a:buSzPts val="794"/>
              <a:buNone/>
              <a:defRPr sz="992"/>
            </a:lvl7pPr>
            <a:lvl8pPr marL="3657600" lvl="7" indent="-228600" algn="l">
              <a:lnSpc>
                <a:spcPct val="100000"/>
              </a:lnSpc>
              <a:spcBef>
                <a:spcPts val="1102"/>
              </a:spcBef>
              <a:spcAft>
                <a:spcPts val="0"/>
              </a:spcAft>
              <a:buSzPts val="794"/>
              <a:buNone/>
              <a:defRPr sz="992"/>
            </a:lvl8pPr>
            <a:lvl9pPr marL="4114800" lvl="8" indent="-228600" algn="l">
              <a:lnSpc>
                <a:spcPct val="100000"/>
              </a:lnSpc>
              <a:spcBef>
                <a:spcPts val="1102"/>
              </a:spcBef>
              <a:spcAft>
                <a:spcPts val="0"/>
              </a:spcAft>
              <a:buSzPts val="794"/>
              <a:buNone/>
              <a:defRPr sz="992"/>
            </a:lvl9pPr>
          </a:lstStyle>
          <a:p>
            <a:endParaRPr/>
          </a:p>
        </p:txBody>
      </p:sp>
      <p:sp>
        <p:nvSpPr>
          <p:cNvPr id="67" name="Google Shape;67;p8"/>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8"/>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a:off x="672041" y="1651933"/>
            <a:ext cx="3075900" cy="14094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20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9"/>
          <p:cNvSpPr txBox="1">
            <a:spLocks noGrp="1"/>
          </p:cNvSpPr>
          <p:nvPr>
            <p:ph type="body" idx="1"/>
          </p:nvPr>
        </p:nvSpPr>
        <p:spPr>
          <a:xfrm>
            <a:off x="3937083" y="567610"/>
            <a:ext cx="3732900" cy="60918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1100"/>
              </a:spcBef>
              <a:spcAft>
                <a:spcPts val="0"/>
              </a:spcAft>
              <a:buSzPts val="1440"/>
              <a:buChar char="►"/>
              <a:defRPr/>
            </a:lvl1pPr>
            <a:lvl2pPr marL="914400" lvl="1" indent="-320040" algn="l">
              <a:lnSpc>
                <a:spcPct val="100000"/>
              </a:lnSpc>
              <a:spcBef>
                <a:spcPts val="1100"/>
              </a:spcBef>
              <a:spcAft>
                <a:spcPts val="0"/>
              </a:spcAft>
              <a:buSzPts val="1440"/>
              <a:buChar char="►"/>
              <a:defRPr/>
            </a:lvl2pPr>
            <a:lvl3pPr marL="1371600" lvl="2" indent="-320039" algn="l">
              <a:lnSpc>
                <a:spcPct val="100000"/>
              </a:lnSpc>
              <a:spcBef>
                <a:spcPts val="1100"/>
              </a:spcBef>
              <a:spcAft>
                <a:spcPts val="0"/>
              </a:spcAft>
              <a:buSzPts val="1440"/>
              <a:buChar char="►"/>
              <a:defRPr/>
            </a:lvl3pPr>
            <a:lvl4pPr marL="1828800" lvl="3" indent="-320039" algn="l">
              <a:lnSpc>
                <a:spcPct val="100000"/>
              </a:lnSpc>
              <a:spcBef>
                <a:spcPts val="1100"/>
              </a:spcBef>
              <a:spcAft>
                <a:spcPts val="0"/>
              </a:spcAft>
              <a:buSzPts val="1440"/>
              <a:buChar char="►"/>
              <a:defRPr/>
            </a:lvl4pPr>
            <a:lvl5pPr marL="2286000" lvl="4" indent="-320039" algn="l">
              <a:lnSpc>
                <a:spcPct val="100000"/>
              </a:lnSpc>
              <a:spcBef>
                <a:spcPts val="1100"/>
              </a:spcBef>
              <a:spcAft>
                <a:spcPts val="0"/>
              </a:spcAft>
              <a:buSzPts val="1440"/>
              <a:buChar char="►"/>
              <a:defRPr/>
            </a:lvl5pPr>
            <a:lvl6pPr marL="2743200" lvl="5" indent="-320039" algn="l">
              <a:lnSpc>
                <a:spcPct val="100000"/>
              </a:lnSpc>
              <a:spcBef>
                <a:spcPts val="1102"/>
              </a:spcBef>
              <a:spcAft>
                <a:spcPts val="0"/>
              </a:spcAft>
              <a:buSzPts val="1440"/>
              <a:buChar char="►"/>
              <a:defRPr/>
            </a:lvl6pPr>
            <a:lvl7pPr marL="3200400" lvl="6" indent="-320039" algn="l">
              <a:lnSpc>
                <a:spcPct val="100000"/>
              </a:lnSpc>
              <a:spcBef>
                <a:spcPts val="1102"/>
              </a:spcBef>
              <a:spcAft>
                <a:spcPts val="0"/>
              </a:spcAft>
              <a:buSzPts val="1440"/>
              <a:buChar char="►"/>
              <a:defRPr/>
            </a:lvl7pPr>
            <a:lvl8pPr marL="3657600" lvl="7" indent="-320040" algn="l">
              <a:lnSpc>
                <a:spcPct val="100000"/>
              </a:lnSpc>
              <a:spcBef>
                <a:spcPts val="1102"/>
              </a:spcBef>
              <a:spcAft>
                <a:spcPts val="0"/>
              </a:spcAft>
              <a:buSzPts val="1440"/>
              <a:buChar char="►"/>
              <a:defRPr/>
            </a:lvl8pPr>
            <a:lvl9pPr marL="4114800" lvl="8" indent="-320040" algn="l">
              <a:lnSpc>
                <a:spcPct val="100000"/>
              </a:lnSpc>
              <a:spcBef>
                <a:spcPts val="1102"/>
              </a:spcBef>
              <a:spcAft>
                <a:spcPts val="0"/>
              </a:spcAft>
              <a:buSzPts val="1440"/>
              <a:buChar char="►"/>
              <a:defRPr/>
            </a:lvl9pPr>
          </a:lstStyle>
          <a:p>
            <a:endParaRPr/>
          </a:p>
        </p:txBody>
      </p:sp>
      <p:sp>
        <p:nvSpPr>
          <p:cNvPr id="73" name="Google Shape;73;p9"/>
          <p:cNvSpPr txBox="1">
            <a:spLocks noGrp="1"/>
          </p:cNvSpPr>
          <p:nvPr>
            <p:ph type="body" idx="2"/>
          </p:nvPr>
        </p:nvSpPr>
        <p:spPr>
          <a:xfrm>
            <a:off x="672041" y="3061205"/>
            <a:ext cx="3075900" cy="2848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100"/>
              </a:spcBef>
              <a:spcAft>
                <a:spcPts val="0"/>
              </a:spcAft>
              <a:buSzPts val="1234"/>
              <a:buNone/>
              <a:defRPr sz="1543"/>
            </a:lvl1pPr>
            <a:lvl2pPr marL="914400" lvl="1" indent="-228600" algn="l">
              <a:lnSpc>
                <a:spcPct val="100000"/>
              </a:lnSpc>
              <a:spcBef>
                <a:spcPts val="1100"/>
              </a:spcBef>
              <a:spcAft>
                <a:spcPts val="0"/>
              </a:spcAft>
              <a:buSzPts val="926"/>
              <a:buNone/>
              <a:defRPr sz="1157"/>
            </a:lvl2pPr>
            <a:lvl3pPr marL="1371600" lvl="2" indent="-228600" algn="l">
              <a:lnSpc>
                <a:spcPct val="100000"/>
              </a:lnSpc>
              <a:spcBef>
                <a:spcPts val="1100"/>
              </a:spcBef>
              <a:spcAft>
                <a:spcPts val="0"/>
              </a:spcAft>
              <a:buSzPts val="794"/>
              <a:buNone/>
              <a:defRPr sz="992"/>
            </a:lvl3pPr>
            <a:lvl4pPr marL="1828800" lvl="3" indent="-228600" algn="l">
              <a:lnSpc>
                <a:spcPct val="100000"/>
              </a:lnSpc>
              <a:spcBef>
                <a:spcPts val="1100"/>
              </a:spcBef>
              <a:spcAft>
                <a:spcPts val="0"/>
              </a:spcAft>
              <a:buSzPts val="662"/>
              <a:buNone/>
              <a:defRPr sz="827"/>
            </a:lvl4pPr>
            <a:lvl5pPr marL="2286000" lvl="4" indent="-228600" algn="l">
              <a:lnSpc>
                <a:spcPct val="100000"/>
              </a:lnSpc>
              <a:spcBef>
                <a:spcPts val="1100"/>
              </a:spcBef>
              <a:spcAft>
                <a:spcPts val="0"/>
              </a:spcAft>
              <a:buSzPts val="662"/>
              <a:buNone/>
              <a:defRPr sz="827"/>
            </a:lvl5pPr>
            <a:lvl6pPr marL="2743200" lvl="5" indent="-228600" algn="l">
              <a:lnSpc>
                <a:spcPct val="100000"/>
              </a:lnSpc>
              <a:spcBef>
                <a:spcPts val="1102"/>
              </a:spcBef>
              <a:spcAft>
                <a:spcPts val="0"/>
              </a:spcAft>
              <a:buSzPts val="662"/>
              <a:buNone/>
              <a:defRPr sz="827"/>
            </a:lvl6pPr>
            <a:lvl7pPr marL="3200400" lvl="6" indent="-228600" algn="l">
              <a:lnSpc>
                <a:spcPct val="100000"/>
              </a:lnSpc>
              <a:spcBef>
                <a:spcPts val="1102"/>
              </a:spcBef>
              <a:spcAft>
                <a:spcPts val="0"/>
              </a:spcAft>
              <a:buSzPts val="662"/>
              <a:buNone/>
              <a:defRPr sz="827"/>
            </a:lvl7pPr>
            <a:lvl8pPr marL="3657600" lvl="7" indent="-228600" algn="l">
              <a:lnSpc>
                <a:spcPct val="100000"/>
              </a:lnSpc>
              <a:spcBef>
                <a:spcPts val="1102"/>
              </a:spcBef>
              <a:spcAft>
                <a:spcPts val="0"/>
              </a:spcAft>
              <a:buSzPts val="662"/>
              <a:buNone/>
              <a:defRPr sz="827"/>
            </a:lvl8pPr>
            <a:lvl9pPr marL="4114800" lvl="8" indent="-228600" algn="l">
              <a:lnSpc>
                <a:spcPct val="100000"/>
              </a:lnSpc>
              <a:spcBef>
                <a:spcPts val="1102"/>
              </a:spcBef>
              <a:spcAft>
                <a:spcPts val="0"/>
              </a:spcAft>
              <a:buSzPts val="662"/>
              <a:buNone/>
              <a:defRPr sz="827"/>
            </a:lvl9pPr>
          </a:lstStyle>
          <a:p>
            <a:endParaRPr/>
          </a:p>
        </p:txBody>
      </p:sp>
      <p:sp>
        <p:nvSpPr>
          <p:cNvPr id="74" name="Google Shape;74;p9"/>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9"/>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9"/>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7"/>
        <p:cNvGrpSpPr/>
        <p:nvPr/>
      </p:nvGrpSpPr>
      <p:grpSpPr>
        <a:xfrm>
          <a:off x="0" y="0"/>
          <a:ext cx="0" cy="0"/>
          <a:chOff x="0" y="0"/>
          <a:chExt cx="0" cy="0"/>
        </a:xfrm>
      </p:grpSpPr>
      <p:sp>
        <p:nvSpPr>
          <p:cNvPr id="78" name="Google Shape;78;p10"/>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0"/>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0"/>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1"/>
          <p:cNvSpPr txBox="1">
            <a:spLocks noGrp="1"/>
          </p:cNvSpPr>
          <p:nvPr>
            <p:ph type="title"/>
          </p:nvPr>
        </p:nvSpPr>
        <p:spPr>
          <a:xfrm>
            <a:off x="672041" y="671971"/>
            <a:ext cx="6997800" cy="14559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1"/>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6"/>
        <p:cNvGrpSpPr/>
        <p:nvPr/>
      </p:nvGrpSpPr>
      <p:grpSpPr>
        <a:xfrm>
          <a:off x="0" y="0"/>
          <a:ext cx="0" cy="0"/>
          <a:chOff x="0" y="0"/>
          <a:chExt cx="0" cy="0"/>
        </a:xfrm>
      </p:grpSpPr>
      <p:sp>
        <p:nvSpPr>
          <p:cNvPr id="87" name="Google Shape;87;p12"/>
          <p:cNvSpPr txBox="1">
            <a:spLocks noGrp="1"/>
          </p:cNvSpPr>
          <p:nvPr>
            <p:ph type="title"/>
          </p:nvPr>
        </p:nvSpPr>
        <p:spPr>
          <a:xfrm>
            <a:off x="672041" y="671971"/>
            <a:ext cx="6997800" cy="14559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a:off x="672041" y="2382084"/>
            <a:ext cx="3407400" cy="6351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100"/>
              </a:spcBef>
              <a:spcAft>
                <a:spcPts val="0"/>
              </a:spcAft>
              <a:buSzPts val="2117"/>
              <a:buNone/>
              <a:defRPr sz="2646" b="0"/>
            </a:lvl1pPr>
            <a:lvl2pPr marL="914400" lvl="1" indent="-228600" algn="l">
              <a:lnSpc>
                <a:spcPct val="100000"/>
              </a:lnSpc>
              <a:spcBef>
                <a:spcPts val="1100"/>
              </a:spcBef>
              <a:spcAft>
                <a:spcPts val="0"/>
              </a:spcAft>
              <a:buSzPts val="1764"/>
              <a:buNone/>
              <a:defRPr sz="2205" b="1"/>
            </a:lvl2pPr>
            <a:lvl3pPr marL="1371600" lvl="2" indent="-228600" algn="l">
              <a:lnSpc>
                <a:spcPct val="100000"/>
              </a:lnSpc>
              <a:spcBef>
                <a:spcPts val="1100"/>
              </a:spcBef>
              <a:spcAft>
                <a:spcPts val="0"/>
              </a:spcAft>
              <a:buSzPts val="1587"/>
              <a:buNone/>
              <a:defRPr sz="1984" b="1"/>
            </a:lvl3pPr>
            <a:lvl4pPr marL="1828800" lvl="3" indent="-228600" algn="l">
              <a:lnSpc>
                <a:spcPct val="100000"/>
              </a:lnSpc>
              <a:spcBef>
                <a:spcPts val="1100"/>
              </a:spcBef>
              <a:spcAft>
                <a:spcPts val="0"/>
              </a:spcAft>
              <a:buSzPts val="1411"/>
              <a:buNone/>
              <a:defRPr sz="1764" b="1"/>
            </a:lvl4pPr>
            <a:lvl5pPr marL="2286000" lvl="4" indent="-228600" algn="l">
              <a:lnSpc>
                <a:spcPct val="100000"/>
              </a:lnSpc>
              <a:spcBef>
                <a:spcPts val="1100"/>
              </a:spcBef>
              <a:spcAft>
                <a:spcPts val="0"/>
              </a:spcAft>
              <a:buSzPts val="1411"/>
              <a:buNone/>
              <a:defRPr sz="1764" b="1"/>
            </a:lvl5pPr>
            <a:lvl6pPr marL="2743200" lvl="5" indent="-228600" algn="l">
              <a:lnSpc>
                <a:spcPct val="100000"/>
              </a:lnSpc>
              <a:spcBef>
                <a:spcPts val="1102"/>
              </a:spcBef>
              <a:spcAft>
                <a:spcPts val="0"/>
              </a:spcAft>
              <a:buSzPts val="1411"/>
              <a:buNone/>
              <a:defRPr sz="1764" b="1"/>
            </a:lvl6pPr>
            <a:lvl7pPr marL="3200400" lvl="6" indent="-228600" algn="l">
              <a:lnSpc>
                <a:spcPct val="100000"/>
              </a:lnSpc>
              <a:spcBef>
                <a:spcPts val="1102"/>
              </a:spcBef>
              <a:spcAft>
                <a:spcPts val="0"/>
              </a:spcAft>
              <a:buSzPts val="1411"/>
              <a:buNone/>
              <a:defRPr sz="1764" b="1"/>
            </a:lvl7pPr>
            <a:lvl8pPr marL="3657600" lvl="7" indent="-228600" algn="l">
              <a:lnSpc>
                <a:spcPct val="100000"/>
              </a:lnSpc>
              <a:spcBef>
                <a:spcPts val="1102"/>
              </a:spcBef>
              <a:spcAft>
                <a:spcPts val="0"/>
              </a:spcAft>
              <a:buSzPts val="1411"/>
              <a:buNone/>
              <a:defRPr sz="1764" b="1"/>
            </a:lvl8pPr>
            <a:lvl9pPr marL="4114800" lvl="8" indent="-228600" algn="l">
              <a:lnSpc>
                <a:spcPct val="100000"/>
              </a:lnSpc>
              <a:spcBef>
                <a:spcPts val="1102"/>
              </a:spcBef>
              <a:spcAft>
                <a:spcPts val="0"/>
              </a:spcAft>
              <a:buSzPts val="1411"/>
              <a:buNone/>
              <a:defRPr sz="1764" b="1"/>
            </a:lvl9pPr>
          </a:lstStyle>
          <a:p>
            <a:endParaRPr/>
          </a:p>
        </p:txBody>
      </p:sp>
      <p:sp>
        <p:nvSpPr>
          <p:cNvPr id="89" name="Google Shape;89;p12"/>
          <p:cNvSpPr txBox="1">
            <a:spLocks noGrp="1"/>
          </p:cNvSpPr>
          <p:nvPr>
            <p:ph type="body" idx="2"/>
          </p:nvPr>
        </p:nvSpPr>
        <p:spPr>
          <a:xfrm>
            <a:off x="672041" y="3017307"/>
            <a:ext cx="3407400" cy="36423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1100"/>
              </a:spcBef>
              <a:spcAft>
                <a:spcPts val="0"/>
              </a:spcAft>
              <a:buSzPts val="1440"/>
              <a:buChar char="►"/>
              <a:defRPr/>
            </a:lvl1pPr>
            <a:lvl2pPr marL="914400" lvl="1" indent="-320040" algn="l">
              <a:lnSpc>
                <a:spcPct val="100000"/>
              </a:lnSpc>
              <a:spcBef>
                <a:spcPts val="1100"/>
              </a:spcBef>
              <a:spcAft>
                <a:spcPts val="0"/>
              </a:spcAft>
              <a:buSzPts val="1440"/>
              <a:buChar char="►"/>
              <a:defRPr/>
            </a:lvl2pPr>
            <a:lvl3pPr marL="1371600" lvl="2" indent="-320039" algn="l">
              <a:lnSpc>
                <a:spcPct val="100000"/>
              </a:lnSpc>
              <a:spcBef>
                <a:spcPts val="1100"/>
              </a:spcBef>
              <a:spcAft>
                <a:spcPts val="0"/>
              </a:spcAft>
              <a:buSzPts val="1440"/>
              <a:buChar char="►"/>
              <a:defRPr/>
            </a:lvl3pPr>
            <a:lvl4pPr marL="1828800" lvl="3" indent="-320039" algn="l">
              <a:lnSpc>
                <a:spcPct val="100000"/>
              </a:lnSpc>
              <a:spcBef>
                <a:spcPts val="1100"/>
              </a:spcBef>
              <a:spcAft>
                <a:spcPts val="0"/>
              </a:spcAft>
              <a:buSzPts val="1440"/>
              <a:buChar char="►"/>
              <a:defRPr/>
            </a:lvl4pPr>
            <a:lvl5pPr marL="2286000" lvl="4" indent="-320039" algn="l">
              <a:lnSpc>
                <a:spcPct val="100000"/>
              </a:lnSpc>
              <a:spcBef>
                <a:spcPts val="1100"/>
              </a:spcBef>
              <a:spcAft>
                <a:spcPts val="0"/>
              </a:spcAft>
              <a:buSzPts val="1440"/>
              <a:buChar char="►"/>
              <a:defRPr/>
            </a:lvl5pPr>
            <a:lvl6pPr marL="2743200" lvl="5" indent="-320039" algn="l">
              <a:lnSpc>
                <a:spcPct val="100000"/>
              </a:lnSpc>
              <a:spcBef>
                <a:spcPts val="1102"/>
              </a:spcBef>
              <a:spcAft>
                <a:spcPts val="0"/>
              </a:spcAft>
              <a:buSzPts val="1440"/>
              <a:buChar char="►"/>
              <a:defRPr/>
            </a:lvl6pPr>
            <a:lvl7pPr marL="3200400" lvl="6" indent="-320039" algn="l">
              <a:lnSpc>
                <a:spcPct val="100000"/>
              </a:lnSpc>
              <a:spcBef>
                <a:spcPts val="1102"/>
              </a:spcBef>
              <a:spcAft>
                <a:spcPts val="0"/>
              </a:spcAft>
              <a:buSzPts val="1440"/>
              <a:buChar char="►"/>
              <a:defRPr/>
            </a:lvl7pPr>
            <a:lvl8pPr marL="3657600" lvl="7" indent="-320040" algn="l">
              <a:lnSpc>
                <a:spcPct val="100000"/>
              </a:lnSpc>
              <a:spcBef>
                <a:spcPts val="1102"/>
              </a:spcBef>
              <a:spcAft>
                <a:spcPts val="0"/>
              </a:spcAft>
              <a:buSzPts val="1440"/>
              <a:buChar char="►"/>
              <a:defRPr/>
            </a:lvl8pPr>
            <a:lvl9pPr marL="4114800" lvl="8" indent="-320040" algn="l">
              <a:lnSpc>
                <a:spcPct val="100000"/>
              </a:lnSpc>
              <a:spcBef>
                <a:spcPts val="1102"/>
              </a:spcBef>
              <a:spcAft>
                <a:spcPts val="0"/>
              </a:spcAft>
              <a:buSzPts val="1440"/>
              <a:buChar char="►"/>
              <a:defRPr/>
            </a:lvl9pPr>
          </a:lstStyle>
          <a:p>
            <a:endParaRPr/>
          </a:p>
        </p:txBody>
      </p:sp>
      <p:sp>
        <p:nvSpPr>
          <p:cNvPr id="90" name="Google Shape;90;p12"/>
          <p:cNvSpPr txBox="1">
            <a:spLocks noGrp="1"/>
          </p:cNvSpPr>
          <p:nvPr>
            <p:ph type="body" idx="3"/>
          </p:nvPr>
        </p:nvSpPr>
        <p:spPr>
          <a:xfrm>
            <a:off x="4262702" y="2382084"/>
            <a:ext cx="3407400" cy="6351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100"/>
              </a:spcBef>
              <a:spcAft>
                <a:spcPts val="0"/>
              </a:spcAft>
              <a:buSzPts val="2117"/>
              <a:buNone/>
              <a:defRPr sz="2646" b="0"/>
            </a:lvl1pPr>
            <a:lvl2pPr marL="914400" lvl="1" indent="-228600" algn="l">
              <a:lnSpc>
                <a:spcPct val="100000"/>
              </a:lnSpc>
              <a:spcBef>
                <a:spcPts val="1100"/>
              </a:spcBef>
              <a:spcAft>
                <a:spcPts val="0"/>
              </a:spcAft>
              <a:buSzPts val="1764"/>
              <a:buNone/>
              <a:defRPr sz="2205" b="1"/>
            </a:lvl2pPr>
            <a:lvl3pPr marL="1371600" lvl="2" indent="-228600" algn="l">
              <a:lnSpc>
                <a:spcPct val="100000"/>
              </a:lnSpc>
              <a:spcBef>
                <a:spcPts val="1100"/>
              </a:spcBef>
              <a:spcAft>
                <a:spcPts val="0"/>
              </a:spcAft>
              <a:buSzPts val="1587"/>
              <a:buNone/>
              <a:defRPr sz="1984" b="1"/>
            </a:lvl3pPr>
            <a:lvl4pPr marL="1828800" lvl="3" indent="-228600" algn="l">
              <a:lnSpc>
                <a:spcPct val="100000"/>
              </a:lnSpc>
              <a:spcBef>
                <a:spcPts val="1100"/>
              </a:spcBef>
              <a:spcAft>
                <a:spcPts val="0"/>
              </a:spcAft>
              <a:buSzPts val="1411"/>
              <a:buNone/>
              <a:defRPr sz="1764" b="1"/>
            </a:lvl4pPr>
            <a:lvl5pPr marL="2286000" lvl="4" indent="-228600" algn="l">
              <a:lnSpc>
                <a:spcPct val="100000"/>
              </a:lnSpc>
              <a:spcBef>
                <a:spcPts val="1100"/>
              </a:spcBef>
              <a:spcAft>
                <a:spcPts val="0"/>
              </a:spcAft>
              <a:buSzPts val="1411"/>
              <a:buNone/>
              <a:defRPr sz="1764" b="1"/>
            </a:lvl5pPr>
            <a:lvl6pPr marL="2743200" lvl="5" indent="-228600" algn="l">
              <a:lnSpc>
                <a:spcPct val="100000"/>
              </a:lnSpc>
              <a:spcBef>
                <a:spcPts val="1102"/>
              </a:spcBef>
              <a:spcAft>
                <a:spcPts val="0"/>
              </a:spcAft>
              <a:buSzPts val="1411"/>
              <a:buNone/>
              <a:defRPr sz="1764" b="1"/>
            </a:lvl6pPr>
            <a:lvl7pPr marL="3200400" lvl="6" indent="-228600" algn="l">
              <a:lnSpc>
                <a:spcPct val="100000"/>
              </a:lnSpc>
              <a:spcBef>
                <a:spcPts val="1102"/>
              </a:spcBef>
              <a:spcAft>
                <a:spcPts val="0"/>
              </a:spcAft>
              <a:buSzPts val="1411"/>
              <a:buNone/>
              <a:defRPr sz="1764" b="1"/>
            </a:lvl7pPr>
            <a:lvl8pPr marL="3657600" lvl="7" indent="-228600" algn="l">
              <a:lnSpc>
                <a:spcPct val="100000"/>
              </a:lnSpc>
              <a:spcBef>
                <a:spcPts val="1102"/>
              </a:spcBef>
              <a:spcAft>
                <a:spcPts val="0"/>
              </a:spcAft>
              <a:buSzPts val="1411"/>
              <a:buNone/>
              <a:defRPr sz="1764" b="1"/>
            </a:lvl8pPr>
            <a:lvl9pPr marL="4114800" lvl="8" indent="-228600" algn="l">
              <a:lnSpc>
                <a:spcPct val="100000"/>
              </a:lnSpc>
              <a:spcBef>
                <a:spcPts val="1102"/>
              </a:spcBef>
              <a:spcAft>
                <a:spcPts val="0"/>
              </a:spcAft>
              <a:buSzPts val="1411"/>
              <a:buNone/>
              <a:defRPr sz="1764" b="1"/>
            </a:lvl9pPr>
          </a:lstStyle>
          <a:p>
            <a:endParaRPr/>
          </a:p>
        </p:txBody>
      </p:sp>
      <p:sp>
        <p:nvSpPr>
          <p:cNvPr id="91" name="Google Shape;91;p12"/>
          <p:cNvSpPr txBox="1">
            <a:spLocks noGrp="1"/>
          </p:cNvSpPr>
          <p:nvPr>
            <p:ph type="body" idx="4"/>
          </p:nvPr>
        </p:nvSpPr>
        <p:spPr>
          <a:xfrm>
            <a:off x="4262702" y="3017307"/>
            <a:ext cx="3407400" cy="36423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1100"/>
              </a:spcBef>
              <a:spcAft>
                <a:spcPts val="0"/>
              </a:spcAft>
              <a:buSzPts val="1440"/>
              <a:buChar char="►"/>
              <a:defRPr/>
            </a:lvl1pPr>
            <a:lvl2pPr marL="914400" lvl="1" indent="-320040" algn="l">
              <a:lnSpc>
                <a:spcPct val="100000"/>
              </a:lnSpc>
              <a:spcBef>
                <a:spcPts val="1100"/>
              </a:spcBef>
              <a:spcAft>
                <a:spcPts val="0"/>
              </a:spcAft>
              <a:buSzPts val="1440"/>
              <a:buChar char="►"/>
              <a:defRPr/>
            </a:lvl2pPr>
            <a:lvl3pPr marL="1371600" lvl="2" indent="-320039" algn="l">
              <a:lnSpc>
                <a:spcPct val="100000"/>
              </a:lnSpc>
              <a:spcBef>
                <a:spcPts val="1100"/>
              </a:spcBef>
              <a:spcAft>
                <a:spcPts val="0"/>
              </a:spcAft>
              <a:buSzPts val="1440"/>
              <a:buChar char="►"/>
              <a:defRPr/>
            </a:lvl3pPr>
            <a:lvl4pPr marL="1828800" lvl="3" indent="-320039" algn="l">
              <a:lnSpc>
                <a:spcPct val="100000"/>
              </a:lnSpc>
              <a:spcBef>
                <a:spcPts val="1100"/>
              </a:spcBef>
              <a:spcAft>
                <a:spcPts val="0"/>
              </a:spcAft>
              <a:buSzPts val="1440"/>
              <a:buChar char="►"/>
              <a:defRPr/>
            </a:lvl4pPr>
            <a:lvl5pPr marL="2286000" lvl="4" indent="-320039" algn="l">
              <a:lnSpc>
                <a:spcPct val="100000"/>
              </a:lnSpc>
              <a:spcBef>
                <a:spcPts val="1100"/>
              </a:spcBef>
              <a:spcAft>
                <a:spcPts val="0"/>
              </a:spcAft>
              <a:buSzPts val="1440"/>
              <a:buChar char="►"/>
              <a:defRPr/>
            </a:lvl5pPr>
            <a:lvl6pPr marL="2743200" lvl="5" indent="-320039" algn="l">
              <a:lnSpc>
                <a:spcPct val="100000"/>
              </a:lnSpc>
              <a:spcBef>
                <a:spcPts val="1102"/>
              </a:spcBef>
              <a:spcAft>
                <a:spcPts val="0"/>
              </a:spcAft>
              <a:buSzPts val="1440"/>
              <a:buChar char="►"/>
              <a:defRPr/>
            </a:lvl6pPr>
            <a:lvl7pPr marL="3200400" lvl="6" indent="-320039" algn="l">
              <a:lnSpc>
                <a:spcPct val="100000"/>
              </a:lnSpc>
              <a:spcBef>
                <a:spcPts val="1102"/>
              </a:spcBef>
              <a:spcAft>
                <a:spcPts val="0"/>
              </a:spcAft>
              <a:buSzPts val="1440"/>
              <a:buChar char="►"/>
              <a:defRPr/>
            </a:lvl7pPr>
            <a:lvl8pPr marL="3657600" lvl="7" indent="-320040" algn="l">
              <a:lnSpc>
                <a:spcPct val="100000"/>
              </a:lnSpc>
              <a:spcBef>
                <a:spcPts val="1102"/>
              </a:spcBef>
              <a:spcAft>
                <a:spcPts val="0"/>
              </a:spcAft>
              <a:buSzPts val="1440"/>
              <a:buChar char="►"/>
              <a:defRPr/>
            </a:lvl8pPr>
            <a:lvl9pPr marL="4114800" lvl="8" indent="-320040" algn="l">
              <a:lnSpc>
                <a:spcPct val="100000"/>
              </a:lnSpc>
              <a:spcBef>
                <a:spcPts val="1102"/>
              </a:spcBef>
              <a:spcAft>
                <a:spcPts val="0"/>
              </a:spcAft>
              <a:buSzPts val="1440"/>
              <a:buChar char="►"/>
              <a:defRPr/>
            </a:lvl9pPr>
          </a:lstStyle>
          <a:p>
            <a:endParaRPr/>
          </a:p>
        </p:txBody>
      </p:sp>
      <p:sp>
        <p:nvSpPr>
          <p:cNvPr id="92" name="Google Shape;92;p12"/>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2"/>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2"/>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5"/>
        <p:cNvGrpSpPr/>
        <p:nvPr/>
      </p:nvGrpSpPr>
      <p:grpSpPr>
        <a:xfrm>
          <a:off x="0" y="0"/>
          <a:ext cx="0" cy="0"/>
          <a:chOff x="0" y="0"/>
          <a:chExt cx="0" cy="0"/>
        </a:xfrm>
      </p:grpSpPr>
      <p:sp>
        <p:nvSpPr>
          <p:cNvPr id="96" name="Google Shape;96;p13"/>
          <p:cNvSpPr txBox="1">
            <a:spLocks noGrp="1"/>
          </p:cNvSpPr>
          <p:nvPr>
            <p:ph type="title"/>
          </p:nvPr>
        </p:nvSpPr>
        <p:spPr>
          <a:xfrm>
            <a:off x="672042" y="671971"/>
            <a:ext cx="6997800" cy="14559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3"/>
          <p:cNvSpPr txBox="1">
            <a:spLocks noGrp="1"/>
          </p:cNvSpPr>
          <p:nvPr>
            <p:ph type="body" idx="1"/>
          </p:nvPr>
        </p:nvSpPr>
        <p:spPr>
          <a:xfrm>
            <a:off x="672042" y="2381649"/>
            <a:ext cx="3404400" cy="4277700"/>
          </a:xfrm>
          <a:prstGeom prst="rect">
            <a:avLst/>
          </a:prstGeom>
          <a:noFill/>
          <a:ln>
            <a:noFill/>
          </a:ln>
        </p:spPr>
        <p:txBody>
          <a:bodyPr spcFirstLastPara="1" wrap="square" lIns="91425" tIns="45700" rIns="91425" bIns="45700" anchor="t" anchorCtr="0">
            <a:noAutofit/>
          </a:bodyPr>
          <a:lstStyle>
            <a:lvl1pPr marL="457200" lvl="0" indent="-329374" algn="l">
              <a:lnSpc>
                <a:spcPct val="100000"/>
              </a:lnSpc>
              <a:spcBef>
                <a:spcPts val="1100"/>
              </a:spcBef>
              <a:spcAft>
                <a:spcPts val="0"/>
              </a:spcAft>
              <a:buSzPts val="1587"/>
              <a:buChar char="►"/>
              <a:defRPr sz="1984"/>
            </a:lvl1pPr>
            <a:lvl2pPr marL="914400" lvl="1" indent="-318198" algn="l">
              <a:lnSpc>
                <a:spcPct val="100000"/>
              </a:lnSpc>
              <a:spcBef>
                <a:spcPts val="1100"/>
              </a:spcBef>
              <a:spcAft>
                <a:spcPts val="0"/>
              </a:spcAft>
              <a:buSzPts val="1411"/>
              <a:buChar char="►"/>
              <a:defRPr sz="1764"/>
            </a:lvl2pPr>
            <a:lvl3pPr marL="1371600" lvl="2" indent="-306958" algn="l">
              <a:lnSpc>
                <a:spcPct val="100000"/>
              </a:lnSpc>
              <a:spcBef>
                <a:spcPts val="1100"/>
              </a:spcBef>
              <a:spcAft>
                <a:spcPts val="0"/>
              </a:spcAft>
              <a:buSzPts val="1234"/>
              <a:buChar char="►"/>
              <a:defRPr sz="1543"/>
            </a:lvl3pPr>
            <a:lvl4pPr marL="1828800" lvl="3" indent="-295783" algn="l">
              <a:lnSpc>
                <a:spcPct val="100000"/>
              </a:lnSpc>
              <a:spcBef>
                <a:spcPts val="1100"/>
              </a:spcBef>
              <a:spcAft>
                <a:spcPts val="0"/>
              </a:spcAft>
              <a:buSzPts val="1058"/>
              <a:buChar char="►"/>
              <a:defRPr sz="1323"/>
            </a:lvl4pPr>
            <a:lvl5pPr marL="2286000" lvl="4" indent="-295782" algn="l">
              <a:lnSpc>
                <a:spcPct val="100000"/>
              </a:lnSpc>
              <a:spcBef>
                <a:spcPts val="1100"/>
              </a:spcBef>
              <a:spcAft>
                <a:spcPts val="0"/>
              </a:spcAft>
              <a:buSzPts val="1058"/>
              <a:buChar char="►"/>
              <a:defRPr sz="1323"/>
            </a:lvl5pPr>
            <a:lvl6pPr marL="2743200" lvl="5" indent="-295782" algn="l">
              <a:lnSpc>
                <a:spcPct val="100000"/>
              </a:lnSpc>
              <a:spcBef>
                <a:spcPts val="1102"/>
              </a:spcBef>
              <a:spcAft>
                <a:spcPts val="0"/>
              </a:spcAft>
              <a:buSzPts val="1058"/>
              <a:buChar char="►"/>
              <a:defRPr sz="1323"/>
            </a:lvl6pPr>
            <a:lvl7pPr marL="3200400" lvl="6" indent="-295782" algn="l">
              <a:lnSpc>
                <a:spcPct val="100000"/>
              </a:lnSpc>
              <a:spcBef>
                <a:spcPts val="1102"/>
              </a:spcBef>
              <a:spcAft>
                <a:spcPts val="0"/>
              </a:spcAft>
              <a:buSzPts val="1058"/>
              <a:buChar char="►"/>
              <a:defRPr sz="1323"/>
            </a:lvl7pPr>
            <a:lvl8pPr marL="3657600" lvl="7" indent="-295783" algn="l">
              <a:lnSpc>
                <a:spcPct val="100000"/>
              </a:lnSpc>
              <a:spcBef>
                <a:spcPts val="1102"/>
              </a:spcBef>
              <a:spcAft>
                <a:spcPts val="0"/>
              </a:spcAft>
              <a:buSzPts val="1058"/>
              <a:buChar char="►"/>
              <a:defRPr sz="1323"/>
            </a:lvl8pPr>
            <a:lvl9pPr marL="4114800" lvl="8" indent="-295783" algn="l">
              <a:lnSpc>
                <a:spcPct val="100000"/>
              </a:lnSpc>
              <a:spcBef>
                <a:spcPts val="1102"/>
              </a:spcBef>
              <a:spcAft>
                <a:spcPts val="0"/>
              </a:spcAft>
              <a:buSzPts val="1058"/>
              <a:buChar char="►"/>
              <a:defRPr sz="1323"/>
            </a:lvl9pPr>
          </a:lstStyle>
          <a:p>
            <a:endParaRPr/>
          </a:p>
        </p:txBody>
      </p:sp>
      <p:sp>
        <p:nvSpPr>
          <p:cNvPr id="98" name="Google Shape;98;p13"/>
          <p:cNvSpPr txBox="1">
            <a:spLocks noGrp="1"/>
          </p:cNvSpPr>
          <p:nvPr>
            <p:ph type="body" idx="2"/>
          </p:nvPr>
        </p:nvSpPr>
        <p:spPr>
          <a:xfrm>
            <a:off x="4265529" y="2381651"/>
            <a:ext cx="3404400" cy="4277700"/>
          </a:xfrm>
          <a:prstGeom prst="rect">
            <a:avLst/>
          </a:prstGeom>
          <a:noFill/>
          <a:ln>
            <a:noFill/>
          </a:ln>
        </p:spPr>
        <p:txBody>
          <a:bodyPr spcFirstLastPara="1" wrap="square" lIns="91425" tIns="45700" rIns="91425" bIns="45700" anchor="t" anchorCtr="0">
            <a:noAutofit/>
          </a:bodyPr>
          <a:lstStyle>
            <a:lvl1pPr marL="457200" lvl="0" indent="-329374" algn="l">
              <a:lnSpc>
                <a:spcPct val="100000"/>
              </a:lnSpc>
              <a:spcBef>
                <a:spcPts val="1100"/>
              </a:spcBef>
              <a:spcAft>
                <a:spcPts val="0"/>
              </a:spcAft>
              <a:buSzPts val="1587"/>
              <a:buChar char="►"/>
              <a:defRPr sz="1984"/>
            </a:lvl1pPr>
            <a:lvl2pPr marL="914400" lvl="1" indent="-318198" algn="l">
              <a:lnSpc>
                <a:spcPct val="100000"/>
              </a:lnSpc>
              <a:spcBef>
                <a:spcPts val="1100"/>
              </a:spcBef>
              <a:spcAft>
                <a:spcPts val="0"/>
              </a:spcAft>
              <a:buSzPts val="1411"/>
              <a:buChar char="►"/>
              <a:defRPr sz="1764"/>
            </a:lvl2pPr>
            <a:lvl3pPr marL="1371600" lvl="2" indent="-306958" algn="l">
              <a:lnSpc>
                <a:spcPct val="100000"/>
              </a:lnSpc>
              <a:spcBef>
                <a:spcPts val="1100"/>
              </a:spcBef>
              <a:spcAft>
                <a:spcPts val="0"/>
              </a:spcAft>
              <a:buSzPts val="1234"/>
              <a:buChar char="►"/>
              <a:defRPr sz="1543"/>
            </a:lvl3pPr>
            <a:lvl4pPr marL="1828800" lvl="3" indent="-295783" algn="l">
              <a:lnSpc>
                <a:spcPct val="100000"/>
              </a:lnSpc>
              <a:spcBef>
                <a:spcPts val="1100"/>
              </a:spcBef>
              <a:spcAft>
                <a:spcPts val="0"/>
              </a:spcAft>
              <a:buSzPts val="1058"/>
              <a:buChar char="►"/>
              <a:defRPr sz="1323"/>
            </a:lvl4pPr>
            <a:lvl5pPr marL="2286000" lvl="4" indent="-295782" algn="l">
              <a:lnSpc>
                <a:spcPct val="100000"/>
              </a:lnSpc>
              <a:spcBef>
                <a:spcPts val="1100"/>
              </a:spcBef>
              <a:spcAft>
                <a:spcPts val="0"/>
              </a:spcAft>
              <a:buSzPts val="1058"/>
              <a:buChar char="►"/>
              <a:defRPr sz="1323"/>
            </a:lvl5pPr>
            <a:lvl6pPr marL="2743200" lvl="5" indent="-295782" algn="l">
              <a:lnSpc>
                <a:spcPct val="100000"/>
              </a:lnSpc>
              <a:spcBef>
                <a:spcPts val="1102"/>
              </a:spcBef>
              <a:spcAft>
                <a:spcPts val="0"/>
              </a:spcAft>
              <a:buSzPts val="1058"/>
              <a:buChar char="►"/>
              <a:defRPr sz="1323"/>
            </a:lvl6pPr>
            <a:lvl7pPr marL="3200400" lvl="6" indent="-295782" algn="l">
              <a:lnSpc>
                <a:spcPct val="100000"/>
              </a:lnSpc>
              <a:spcBef>
                <a:spcPts val="1102"/>
              </a:spcBef>
              <a:spcAft>
                <a:spcPts val="0"/>
              </a:spcAft>
              <a:buSzPts val="1058"/>
              <a:buChar char="►"/>
              <a:defRPr sz="1323"/>
            </a:lvl7pPr>
            <a:lvl8pPr marL="3657600" lvl="7" indent="-295783" algn="l">
              <a:lnSpc>
                <a:spcPct val="100000"/>
              </a:lnSpc>
              <a:spcBef>
                <a:spcPts val="1102"/>
              </a:spcBef>
              <a:spcAft>
                <a:spcPts val="0"/>
              </a:spcAft>
              <a:buSzPts val="1058"/>
              <a:buChar char="►"/>
              <a:defRPr sz="1323"/>
            </a:lvl8pPr>
            <a:lvl9pPr marL="4114800" lvl="8" indent="-295783" algn="l">
              <a:lnSpc>
                <a:spcPct val="100000"/>
              </a:lnSpc>
              <a:spcBef>
                <a:spcPts val="1102"/>
              </a:spcBef>
              <a:spcAft>
                <a:spcPts val="0"/>
              </a:spcAft>
              <a:buSzPts val="1058"/>
              <a:buChar char="►"/>
              <a:defRPr sz="1323"/>
            </a:lvl9pPr>
          </a:lstStyle>
          <a:p>
            <a:endParaRPr/>
          </a:p>
        </p:txBody>
      </p:sp>
      <p:sp>
        <p:nvSpPr>
          <p:cNvPr id="99" name="Google Shape;99;p13"/>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3"/>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13"/>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14"/>
          <p:cNvSpPr txBox="1">
            <a:spLocks noGrp="1"/>
          </p:cNvSpPr>
          <p:nvPr>
            <p:ph type="title"/>
          </p:nvPr>
        </p:nvSpPr>
        <p:spPr>
          <a:xfrm>
            <a:off x="672040" y="2977208"/>
            <a:ext cx="6997800" cy="2013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4409"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4"/>
          <p:cNvSpPr txBox="1">
            <a:spLocks noGrp="1"/>
          </p:cNvSpPr>
          <p:nvPr>
            <p:ph type="body" idx="1"/>
          </p:nvPr>
        </p:nvSpPr>
        <p:spPr>
          <a:xfrm>
            <a:off x="672040" y="4990673"/>
            <a:ext cx="6997800" cy="9483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100"/>
              </a:spcBef>
              <a:spcAft>
                <a:spcPts val="0"/>
              </a:spcAft>
              <a:buSzPts val="1764"/>
              <a:buNone/>
              <a:defRPr sz="2205">
                <a:solidFill>
                  <a:srgbClr val="7F7F7F"/>
                </a:solidFill>
              </a:defRPr>
            </a:lvl1pPr>
            <a:lvl2pPr marL="914400" lvl="1" indent="-228600" algn="l">
              <a:lnSpc>
                <a:spcPct val="100000"/>
              </a:lnSpc>
              <a:spcBef>
                <a:spcPts val="1100"/>
              </a:spcBef>
              <a:spcAft>
                <a:spcPts val="0"/>
              </a:spcAft>
              <a:buSzPts val="1587"/>
              <a:buNone/>
              <a:defRPr sz="1984">
                <a:solidFill>
                  <a:srgbClr val="888888"/>
                </a:solidFill>
              </a:defRPr>
            </a:lvl2pPr>
            <a:lvl3pPr marL="1371600" lvl="2" indent="-228600" algn="l">
              <a:lnSpc>
                <a:spcPct val="100000"/>
              </a:lnSpc>
              <a:spcBef>
                <a:spcPts val="1100"/>
              </a:spcBef>
              <a:spcAft>
                <a:spcPts val="0"/>
              </a:spcAft>
              <a:buSzPts val="1411"/>
              <a:buNone/>
              <a:defRPr sz="1764">
                <a:solidFill>
                  <a:srgbClr val="888888"/>
                </a:solidFill>
              </a:defRPr>
            </a:lvl3pPr>
            <a:lvl4pPr marL="1828800" lvl="3" indent="-228600" algn="l">
              <a:lnSpc>
                <a:spcPct val="100000"/>
              </a:lnSpc>
              <a:spcBef>
                <a:spcPts val="1100"/>
              </a:spcBef>
              <a:spcAft>
                <a:spcPts val="0"/>
              </a:spcAft>
              <a:buSzPts val="1234"/>
              <a:buNone/>
              <a:defRPr sz="1543">
                <a:solidFill>
                  <a:srgbClr val="888888"/>
                </a:solidFill>
              </a:defRPr>
            </a:lvl4pPr>
            <a:lvl5pPr marL="2286000" lvl="4" indent="-228600" algn="l">
              <a:lnSpc>
                <a:spcPct val="100000"/>
              </a:lnSpc>
              <a:spcBef>
                <a:spcPts val="1100"/>
              </a:spcBef>
              <a:spcAft>
                <a:spcPts val="0"/>
              </a:spcAft>
              <a:buSzPts val="1234"/>
              <a:buNone/>
              <a:defRPr sz="1543">
                <a:solidFill>
                  <a:srgbClr val="888888"/>
                </a:solidFill>
              </a:defRPr>
            </a:lvl5pPr>
            <a:lvl6pPr marL="2743200" lvl="5" indent="-228600" algn="l">
              <a:lnSpc>
                <a:spcPct val="100000"/>
              </a:lnSpc>
              <a:spcBef>
                <a:spcPts val="1102"/>
              </a:spcBef>
              <a:spcAft>
                <a:spcPts val="0"/>
              </a:spcAft>
              <a:buSzPts val="1234"/>
              <a:buNone/>
              <a:defRPr sz="1543">
                <a:solidFill>
                  <a:srgbClr val="888888"/>
                </a:solidFill>
              </a:defRPr>
            </a:lvl6pPr>
            <a:lvl7pPr marL="3200400" lvl="6" indent="-228600" algn="l">
              <a:lnSpc>
                <a:spcPct val="100000"/>
              </a:lnSpc>
              <a:spcBef>
                <a:spcPts val="1102"/>
              </a:spcBef>
              <a:spcAft>
                <a:spcPts val="0"/>
              </a:spcAft>
              <a:buSzPts val="1234"/>
              <a:buNone/>
              <a:defRPr sz="1543">
                <a:solidFill>
                  <a:srgbClr val="888888"/>
                </a:solidFill>
              </a:defRPr>
            </a:lvl7pPr>
            <a:lvl8pPr marL="3657600" lvl="7" indent="-228600" algn="l">
              <a:lnSpc>
                <a:spcPct val="100000"/>
              </a:lnSpc>
              <a:spcBef>
                <a:spcPts val="1102"/>
              </a:spcBef>
              <a:spcAft>
                <a:spcPts val="0"/>
              </a:spcAft>
              <a:buSzPts val="1234"/>
              <a:buNone/>
              <a:defRPr sz="1543">
                <a:solidFill>
                  <a:srgbClr val="888888"/>
                </a:solidFill>
              </a:defRPr>
            </a:lvl8pPr>
            <a:lvl9pPr marL="4114800" lvl="8" indent="-228600" algn="l">
              <a:lnSpc>
                <a:spcPct val="100000"/>
              </a:lnSpc>
              <a:spcBef>
                <a:spcPts val="1102"/>
              </a:spcBef>
              <a:spcAft>
                <a:spcPts val="0"/>
              </a:spcAft>
              <a:buSzPts val="1234"/>
              <a:buNone/>
              <a:defRPr sz="1543">
                <a:solidFill>
                  <a:srgbClr val="888888"/>
                </a:solidFill>
              </a:defRPr>
            </a:lvl9pPr>
          </a:lstStyle>
          <a:p>
            <a:endParaRPr/>
          </a:p>
        </p:txBody>
      </p:sp>
      <p:sp>
        <p:nvSpPr>
          <p:cNvPr id="105" name="Google Shape;105;p14"/>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4"/>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4"/>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396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6"/>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1100"/>
              </a:spcBef>
              <a:spcAft>
                <a:spcPts val="0"/>
              </a:spcAft>
              <a:buSzPts val="1440"/>
              <a:buChar char="►"/>
              <a:defRPr/>
            </a:lvl1pPr>
            <a:lvl2pPr marL="914400" lvl="1" indent="-320040" algn="l">
              <a:lnSpc>
                <a:spcPct val="100000"/>
              </a:lnSpc>
              <a:spcBef>
                <a:spcPts val="1100"/>
              </a:spcBef>
              <a:spcAft>
                <a:spcPts val="0"/>
              </a:spcAft>
              <a:buSzPts val="1440"/>
              <a:buChar char="►"/>
              <a:defRPr/>
            </a:lvl2pPr>
            <a:lvl3pPr marL="1371600" lvl="2" indent="-320039" algn="l">
              <a:lnSpc>
                <a:spcPct val="100000"/>
              </a:lnSpc>
              <a:spcBef>
                <a:spcPts val="1100"/>
              </a:spcBef>
              <a:spcAft>
                <a:spcPts val="0"/>
              </a:spcAft>
              <a:buSzPts val="1440"/>
              <a:buChar char="►"/>
              <a:defRPr/>
            </a:lvl3pPr>
            <a:lvl4pPr marL="1828800" lvl="3" indent="-320039" algn="l">
              <a:lnSpc>
                <a:spcPct val="100000"/>
              </a:lnSpc>
              <a:spcBef>
                <a:spcPts val="1100"/>
              </a:spcBef>
              <a:spcAft>
                <a:spcPts val="0"/>
              </a:spcAft>
              <a:buSzPts val="1440"/>
              <a:buChar char="►"/>
              <a:defRPr/>
            </a:lvl4pPr>
            <a:lvl5pPr marL="2286000" lvl="4" indent="-320039" algn="l">
              <a:lnSpc>
                <a:spcPct val="100000"/>
              </a:lnSpc>
              <a:spcBef>
                <a:spcPts val="1100"/>
              </a:spcBef>
              <a:spcAft>
                <a:spcPts val="0"/>
              </a:spcAft>
              <a:buSzPts val="1440"/>
              <a:buChar char="►"/>
              <a:defRPr/>
            </a:lvl5pPr>
            <a:lvl6pPr marL="2743200" lvl="5" indent="-320039" algn="l">
              <a:lnSpc>
                <a:spcPct val="100000"/>
              </a:lnSpc>
              <a:spcBef>
                <a:spcPts val="1102"/>
              </a:spcBef>
              <a:spcAft>
                <a:spcPts val="0"/>
              </a:spcAft>
              <a:buSzPts val="1440"/>
              <a:buChar char="►"/>
              <a:defRPr/>
            </a:lvl6pPr>
            <a:lvl7pPr marL="3200400" lvl="6" indent="-320039" algn="l">
              <a:lnSpc>
                <a:spcPct val="100000"/>
              </a:lnSpc>
              <a:spcBef>
                <a:spcPts val="1102"/>
              </a:spcBef>
              <a:spcAft>
                <a:spcPts val="0"/>
              </a:spcAft>
              <a:buSzPts val="1440"/>
              <a:buChar char="►"/>
              <a:defRPr/>
            </a:lvl7pPr>
            <a:lvl8pPr marL="3657600" lvl="7" indent="-320040" algn="l">
              <a:lnSpc>
                <a:spcPct val="100000"/>
              </a:lnSpc>
              <a:spcBef>
                <a:spcPts val="1102"/>
              </a:spcBef>
              <a:spcAft>
                <a:spcPts val="0"/>
              </a:spcAft>
              <a:buSzPts val="1440"/>
              <a:buChar char="►"/>
              <a:defRPr/>
            </a:lvl8pPr>
            <a:lvl9pPr marL="4114800" lvl="8" indent="-320040" algn="l">
              <a:lnSpc>
                <a:spcPct val="100000"/>
              </a:lnSpc>
              <a:spcBef>
                <a:spcPts val="1102"/>
              </a:spcBef>
              <a:spcAft>
                <a:spcPts val="0"/>
              </a:spcAft>
              <a:buSzPts val="1440"/>
              <a:buChar char="►"/>
              <a:defRPr/>
            </a:lvl9pPr>
          </a:lstStyle>
          <a:p>
            <a:endParaRPr/>
          </a:p>
        </p:txBody>
      </p:sp>
      <p:sp>
        <p:nvSpPr>
          <p:cNvPr id="128" name="Google Shape;128;p16"/>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16"/>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16"/>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5"/>
        <p:cNvGrpSpPr/>
        <p:nvPr/>
      </p:nvGrpSpPr>
      <p:grpSpPr>
        <a:xfrm>
          <a:off x="0" y="0"/>
          <a:ext cx="0" cy="0"/>
          <a:chOff x="0" y="0"/>
          <a:chExt cx="0" cy="0"/>
        </a:xfrm>
      </p:grpSpPr>
      <p:sp>
        <p:nvSpPr>
          <p:cNvPr id="56" name="Google Shape;56;p5"/>
          <p:cNvSpPr txBox="1">
            <a:spLocks noGrp="1"/>
          </p:cNvSpPr>
          <p:nvPr>
            <p:ph type="title"/>
          </p:nvPr>
        </p:nvSpPr>
        <p:spPr>
          <a:xfrm rot="5400000">
            <a:off x="4234694" y="3026822"/>
            <a:ext cx="5788800" cy="1079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5"/>
          <p:cNvSpPr txBox="1">
            <a:spLocks noGrp="1"/>
          </p:cNvSpPr>
          <p:nvPr>
            <p:ph type="body" idx="1"/>
          </p:nvPr>
        </p:nvSpPr>
        <p:spPr>
          <a:xfrm rot="5400000">
            <a:off x="641146" y="702722"/>
            <a:ext cx="5788800" cy="5727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58" name="Google Shape;58;p5"/>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9" name="Google Shape;59;p5"/>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0" name="Google Shape;60;p5"/>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12713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9525" y="-9525"/>
            <a:ext cx="10108886" cy="7579449"/>
            <a:chOff x="-8467" y="-8468"/>
            <a:chExt cx="9169889" cy="6875407"/>
          </a:xfrm>
        </p:grpSpPr>
        <p:sp>
          <p:nvSpPr>
            <p:cNvPr id="11" name="Google Shape;11;p1"/>
            <p:cNvSpPr/>
            <p:nvPr/>
          </p:nvSpPr>
          <p:spPr>
            <a:xfrm>
              <a:off x="-8467" y="4013672"/>
              <a:ext cx="458343" cy="2853267"/>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69411"/>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cxnSp>
          <p:nvCxnSpPr>
            <p:cNvPr id="12" name="Google Shape;12;p1"/>
            <p:cNvCxnSpPr/>
            <p:nvPr/>
          </p:nvCxnSpPr>
          <p:spPr>
            <a:xfrm rot="10800000" flipH="1">
              <a:off x="5130869" y="4174927"/>
              <a:ext cx="4021800" cy="2682900"/>
            </a:xfrm>
            <a:prstGeom prst="straightConnector1">
              <a:avLst/>
            </a:prstGeom>
            <a:noFill/>
            <a:ln w="9525" cap="rnd" cmpd="sng">
              <a:solidFill>
                <a:schemeClr val="accent1">
                  <a:alpha val="69411"/>
                </a:schemeClr>
              </a:solidFill>
              <a:prstDash val="solid"/>
              <a:miter lim="800000"/>
              <a:headEnd type="none" w="sm" len="sm"/>
              <a:tailEnd type="none" w="sm" len="sm"/>
            </a:ln>
          </p:spPr>
        </p:cxnSp>
        <p:cxnSp>
          <p:nvCxnSpPr>
            <p:cNvPr id="13" name="Google Shape;13;p1"/>
            <p:cNvCxnSpPr/>
            <p:nvPr/>
          </p:nvCxnSpPr>
          <p:spPr>
            <a:xfrm>
              <a:off x="7043180" y="172"/>
              <a:ext cx="1218300" cy="6857700"/>
            </a:xfrm>
            <a:prstGeom prst="straightConnector1">
              <a:avLst/>
            </a:prstGeom>
            <a:noFill/>
            <a:ln w="9525" cap="rnd" cmpd="sng">
              <a:solidFill>
                <a:schemeClr val="accent1">
                  <a:alpha val="69411"/>
                </a:schemeClr>
              </a:solidFill>
              <a:prstDash val="solid"/>
              <a:miter lim="800000"/>
              <a:headEnd type="none" w="sm" len="sm"/>
              <a:tailEnd type="none" w="sm" len="sm"/>
            </a:ln>
          </p:spPr>
        </p:cxnSp>
        <p:sp>
          <p:nvSpPr>
            <p:cNvPr id="14" name="Google Shape;14;p1"/>
            <p:cNvSpPr/>
            <p:nvPr/>
          </p:nvSpPr>
          <p:spPr>
            <a:xfrm>
              <a:off x="6891980" y="172"/>
              <a:ext cx="2269442" cy="6866466"/>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5" name="Google Shape;15;p1"/>
            <p:cNvSpPr/>
            <p:nvPr/>
          </p:nvSpPr>
          <p:spPr>
            <a:xfrm>
              <a:off x="7204459" y="-8468"/>
              <a:ext cx="1948147" cy="68664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6" name="Google Shape;16;p1"/>
            <p:cNvSpPr/>
            <p:nvPr/>
          </p:nvSpPr>
          <p:spPr>
            <a:xfrm>
              <a:off x="6638542" y="3920066"/>
              <a:ext cx="2509944" cy="293370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098"/>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7" name="Google Shape;17;p1"/>
            <p:cNvSpPr/>
            <p:nvPr/>
          </p:nvSpPr>
          <p:spPr>
            <a:xfrm>
              <a:off x="7010060" y="-8468"/>
              <a:ext cx="2139950" cy="68664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411"/>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8" name="Google Shape;18;p1"/>
            <p:cNvSpPr/>
            <p:nvPr/>
          </p:nvSpPr>
          <p:spPr>
            <a:xfrm>
              <a:off x="8295974" y="-8468"/>
              <a:ext cx="855810" cy="68664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411"/>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9" name="Google Shape;19;p1"/>
            <p:cNvSpPr/>
            <p:nvPr/>
          </p:nvSpPr>
          <p:spPr>
            <a:xfrm>
              <a:off x="8094375" y="-8468"/>
              <a:ext cx="1067005" cy="68664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568"/>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20" name="Google Shape;20;p1"/>
            <p:cNvSpPr/>
            <p:nvPr/>
          </p:nvSpPr>
          <p:spPr>
            <a:xfrm>
              <a:off x="8068455" y="4893559"/>
              <a:ext cx="1092200" cy="196088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098"/>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21" name="Google Shape;21;p1"/>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22" name="Google Shape;22;p1"/>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marR="0" lvl="0" indent="-325120" algn="l" rtl="0">
              <a:lnSpc>
                <a:spcPct val="100000"/>
              </a:lnSpc>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lnSpc>
                <a:spcPct val="100000"/>
              </a:lnSpc>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lnSpc>
                <a:spcPct val="100000"/>
              </a:lnSpc>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lnSpc>
                <a:spcPct val="100000"/>
              </a:lnSpc>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lnSpc>
                <a:spcPct val="100000"/>
              </a:lnSpc>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782" algn="l" rtl="0">
              <a:lnSpc>
                <a:spcPct val="100000"/>
              </a:lnSpc>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782" algn="l" rtl="0">
              <a:lnSpc>
                <a:spcPct val="100000"/>
              </a:lnSpc>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783" algn="l" rtl="0">
              <a:lnSpc>
                <a:spcPct val="100000"/>
              </a:lnSpc>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783" algn="l" rtl="0">
              <a:lnSpc>
                <a:spcPct val="100000"/>
              </a:lnSpc>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1"/>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grpSp>
        <p:nvGrpSpPr>
          <p:cNvPr id="109" name="Google Shape;109;p15"/>
          <p:cNvGrpSpPr/>
          <p:nvPr/>
        </p:nvGrpSpPr>
        <p:grpSpPr>
          <a:xfrm>
            <a:off x="-9525" y="-9525"/>
            <a:ext cx="10108886" cy="7579449"/>
            <a:chOff x="-8467" y="-8468"/>
            <a:chExt cx="9169889" cy="6875407"/>
          </a:xfrm>
        </p:grpSpPr>
        <p:sp>
          <p:nvSpPr>
            <p:cNvPr id="110" name="Google Shape;110;p15"/>
            <p:cNvSpPr/>
            <p:nvPr/>
          </p:nvSpPr>
          <p:spPr>
            <a:xfrm>
              <a:off x="-8467" y="4013672"/>
              <a:ext cx="458343" cy="2853267"/>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69411"/>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cxnSp>
          <p:nvCxnSpPr>
            <p:cNvPr id="111" name="Google Shape;111;p15"/>
            <p:cNvCxnSpPr/>
            <p:nvPr/>
          </p:nvCxnSpPr>
          <p:spPr>
            <a:xfrm rot="10800000" flipH="1">
              <a:off x="5130869" y="4174927"/>
              <a:ext cx="4021800" cy="2682900"/>
            </a:xfrm>
            <a:prstGeom prst="straightConnector1">
              <a:avLst/>
            </a:prstGeom>
            <a:noFill/>
            <a:ln w="9525" cap="rnd" cmpd="sng">
              <a:solidFill>
                <a:schemeClr val="accent1">
                  <a:alpha val="69411"/>
                </a:schemeClr>
              </a:solidFill>
              <a:prstDash val="solid"/>
              <a:miter lim="800000"/>
              <a:headEnd type="none" w="sm" len="sm"/>
              <a:tailEnd type="none" w="sm" len="sm"/>
            </a:ln>
          </p:spPr>
        </p:cxnSp>
        <p:cxnSp>
          <p:nvCxnSpPr>
            <p:cNvPr id="112" name="Google Shape;112;p15"/>
            <p:cNvCxnSpPr/>
            <p:nvPr/>
          </p:nvCxnSpPr>
          <p:spPr>
            <a:xfrm>
              <a:off x="7043180" y="172"/>
              <a:ext cx="1218300" cy="6857700"/>
            </a:xfrm>
            <a:prstGeom prst="straightConnector1">
              <a:avLst/>
            </a:prstGeom>
            <a:noFill/>
            <a:ln w="9525" cap="rnd" cmpd="sng">
              <a:solidFill>
                <a:schemeClr val="accent1">
                  <a:alpha val="69411"/>
                </a:schemeClr>
              </a:solidFill>
              <a:prstDash val="solid"/>
              <a:miter lim="800000"/>
              <a:headEnd type="none" w="sm" len="sm"/>
              <a:tailEnd type="none" w="sm" len="sm"/>
            </a:ln>
          </p:spPr>
        </p:cxnSp>
        <p:sp>
          <p:nvSpPr>
            <p:cNvPr id="113" name="Google Shape;113;p15"/>
            <p:cNvSpPr/>
            <p:nvPr/>
          </p:nvSpPr>
          <p:spPr>
            <a:xfrm>
              <a:off x="6891980" y="172"/>
              <a:ext cx="2269442" cy="6866466"/>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14" name="Google Shape;114;p15"/>
            <p:cNvSpPr/>
            <p:nvPr/>
          </p:nvSpPr>
          <p:spPr>
            <a:xfrm>
              <a:off x="7204459" y="-8468"/>
              <a:ext cx="1948147" cy="68664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15" name="Google Shape;115;p15"/>
            <p:cNvSpPr/>
            <p:nvPr/>
          </p:nvSpPr>
          <p:spPr>
            <a:xfrm>
              <a:off x="6638542" y="3920066"/>
              <a:ext cx="2509944" cy="293370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098"/>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16" name="Google Shape;116;p15"/>
            <p:cNvSpPr/>
            <p:nvPr/>
          </p:nvSpPr>
          <p:spPr>
            <a:xfrm>
              <a:off x="7010060" y="-8468"/>
              <a:ext cx="2139950" cy="68664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411"/>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17" name="Google Shape;117;p15"/>
            <p:cNvSpPr/>
            <p:nvPr/>
          </p:nvSpPr>
          <p:spPr>
            <a:xfrm>
              <a:off x="8295974" y="-8468"/>
              <a:ext cx="855810" cy="68664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411"/>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18" name="Google Shape;118;p15"/>
            <p:cNvSpPr/>
            <p:nvPr/>
          </p:nvSpPr>
          <p:spPr>
            <a:xfrm>
              <a:off x="8094375" y="-8468"/>
              <a:ext cx="1067005" cy="68664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568"/>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19" name="Google Shape;119;p15"/>
            <p:cNvSpPr/>
            <p:nvPr/>
          </p:nvSpPr>
          <p:spPr>
            <a:xfrm>
              <a:off x="8068455" y="4893559"/>
              <a:ext cx="1092200" cy="196088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098"/>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120" name="Google Shape;120;p15"/>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21" name="Google Shape;121;p15"/>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marR="0" lvl="0" indent="-325120" algn="l" rtl="0">
              <a:lnSpc>
                <a:spcPct val="100000"/>
              </a:lnSpc>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lnSpc>
                <a:spcPct val="100000"/>
              </a:lnSpc>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lnSpc>
                <a:spcPct val="100000"/>
              </a:lnSpc>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lnSpc>
                <a:spcPct val="100000"/>
              </a:lnSpc>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lnSpc>
                <a:spcPct val="100000"/>
              </a:lnSpc>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782" algn="l" rtl="0">
              <a:lnSpc>
                <a:spcPct val="100000"/>
              </a:lnSpc>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782" algn="l" rtl="0">
              <a:lnSpc>
                <a:spcPct val="100000"/>
              </a:lnSpc>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783" algn="l" rtl="0">
              <a:lnSpc>
                <a:spcPct val="100000"/>
              </a:lnSpc>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783" algn="l" rtl="0">
              <a:lnSpc>
                <a:spcPct val="100000"/>
              </a:lnSpc>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122" name="Google Shape;122;p15"/>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23" name="Google Shape;123;p15"/>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24" name="Google Shape;124;p15"/>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7"/>
          <p:cNvSpPr txBox="1"/>
          <p:nvPr/>
        </p:nvSpPr>
        <p:spPr>
          <a:xfrm>
            <a:off x="504750" y="2600960"/>
            <a:ext cx="9071100" cy="422656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strike="noStrike" cap="none" dirty="0" err="1">
                <a:solidFill>
                  <a:srgbClr val="000000"/>
                </a:solidFill>
                <a:latin typeface="Times New Roman"/>
                <a:ea typeface="Times New Roman"/>
                <a:cs typeface="Times New Roman"/>
                <a:sym typeface="Times New Roman"/>
              </a:rPr>
              <a:t>AegisMind</a:t>
            </a:r>
            <a:r>
              <a:rPr lang="en-US" sz="3600" b="1" i="0" u="none" strike="noStrike" cap="none" dirty="0">
                <a:solidFill>
                  <a:srgbClr val="000000"/>
                </a:solidFill>
                <a:latin typeface="Times New Roman"/>
                <a:ea typeface="Times New Roman"/>
                <a:cs typeface="Times New Roman"/>
                <a:sym typeface="Times New Roman"/>
              </a:rPr>
              <a:t> : Cyber Threat Detection using Agentic AI (SDG 9 : Industrial, Innovation and Infrastructure)</a:t>
            </a:r>
            <a:endParaRPr sz="1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rgbClr val="000000"/>
              </a:buClr>
              <a:buSzPts val="3600"/>
              <a:buFont typeface="Times New Roman"/>
              <a:buNone/>
            </a:pPr>
            <a:r>
              <a:rPr lang="en-US" sz="3600" b="0" i="0" u="none" strike="noStrike" cap="none" dirty="0">
                <a:solidFill>
                  <a:srgbClr val="000000"/>
                </a:solidFill>
                <a:latin typeface="Times New Roman"/>
                <a:ea typeface="Times New Roman"/>
                <a:cs typeface="Times New Roman"/>
                <a:sym typeface="Times New Roman"/>
              </a:rPr>
              <a:t> </a:t>
            </a:r>
            <a:endParaRPr sz="32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rgbClr val="000000"/>
              </a:buClr>
              <a:buSzPts val="3200"/>
              <a:buFont typeface="Times New Roman"/>
              <a:buNone/>
            </a:pPr>
            <a:r>
              <a:rPr lang="en-US" sz="3200" b="1" i="0" u="none" strike="noStrike" cap="none" dirty="0">
                <a:solidFill>
                  <a:srgbClr val="000000"/>
                </a:solidFill>
                <a:latin typeface="Times New Roman"/>
                <a:ea typeface="Times New Roman"/>
                <a:cs typeface="Times New Roman"/>
                <a:sym typeface="Times New Roman"/>
              </a:rPr>
              <a:t>Nishant Dakua - 23106014</a:t>
            </a:r>
            <a:endParaRPr dirty="0"/>
          </a:p>
          <a:p>
            <a:pPr marL="0" marR="0" lvl="0" indent="0" algn="ctr" rtl="0">
              <a:lnSpc>
                <a:spcPct val="93000"/>
              </a:lnSpc>
              <a:spcBef>
                <a:spcPts val="0"/>
              </a:spcBef>
              <a:spcAft>
                <a:spcPts val="0"/>
              </a:spcAft>
              <a:buClr>
                <a:srgbClr val="000000"/>
              </a:buClr>
              <a:buSzPts val="3200"/>
              <a:buFont typeface="Times New Roman"/>
              <a:buNone/>
            </a:pPr>
            <a:r>
              <a:rPr lang="en-US" sz="3200" b="1" i="0" u="none" strike="noStrike" cap="none" dirty="0">
                <a:solidFill>
                  <a:srgbClr val="000000"/>
                </a:solidFill>
                <a:latin typeface="Times New Roman"/>
                <a:ea typeface="Times New Roman"/>
                <a:cs typeface="Times New Roman"/>
                <a:sym typeface="Times New Roman"/>
              </a:rPr>
              <a:t>Arif Choudhary - 23106054</a:t>
            </a:r>
            <a:endParaRPr dirty="0"/>
          </a:p>
          <a:p>
            <a:pPr marL="0" marR="0" lvl="0" indent="0" algn="ctr" rtl="0">
              <a:lnSpc>
                <a:spcPct val="93000"/>
              </a:lnSpc>
              <a:spcBef>
                <a:spcPts val="0"/>
              </a:spcBef>
              <a:spcAft>
                <a:spcPts val="0"/>
              </a:spcAft>
              <a:buClr>
                <a:srgbClr val="000000"/>
              </a:buClr>
              <a:buSzPts val="3200"/>
              <a:buFont typeface="Times New Roman"/>
              <a:buNone/>
            </a:pPr>
            <a:r>
              <a:rPr lang="en-US" sz="3200" b="1" i="0" u="none" strike="noStrike" cap="none" dirty="0">
                <a:solidFill>
                  <a:srgbClr val="000000"/>
                </a:solidFill>
                <a:latin typeface="Times New Roman"/>
                <a:ea typeface="Times New Roman"/>
                <a:cs typeface="Times New Roman"/>
                <a:sym typeface="Times New Roman"/>
              </a:rPr>
              <a:t>Rushi </a:t>
            </a:r>
            <a:r>
              <a:rPr lang="en-US" sz="3200" b="1" i="0" u="none" strike="noStrike" cap="none" dirty="0" err="1">
                <a:solidFill>
                  <a:srgbClr val="000000"/>
                </a:solidFill>
                <a:latin typeface="Times New Roman"/>
                <a:ea typeface="Times New Roman"/>
                <a:cs typeface="Times New Roman"/>
                <a:sym typeface="Times New Roman"/>
              </a:rPr>
              <a:t>Choraghe</a:t>
            </a:r>
            <a:r>
              <a:rPr lang="en-US" sz="3200" b="1" i="0" u="none" strike="noStrike" cap="none" dirty="0">
                <a:solidFill>
                  <a:srgbClr val="000000"/>
                </a:solidFill>
                <a:latin typeface="Times New Roman"/>
                <a:ea typeface="Times New Roman"/>
                <a:cs typeface="Times New Roman"/>
                <a:sym typeface="Times New Roman"/>
              </a:rPr>
              <a:t> - 23106033</a:t>
            </a:r>
            <a:endParaRPr dirty="0"/>
          </a:p>
          <a:p>
            <a:pPr marL="0" marR="0" lvl="0" indent="0" algn="ctr" rtl="0">
              <a:lnSpc>
                <a:spcPct val="93000"/>
              </a:lnSpc>
              <a:spcBef>
                <a:spcPts val="0"/>
              </a:spcBef>
              <a:spcAft>
                <a:spcPts val="0"/>
              </a:spcAft>
              <a:buClr>
                <a:srgbClr val="000000"/>
              </a:buClr>
              <a:buSzPts val="3200"/>
              <a:buFont typeface="Times New Roman"/>
              <a:buNone/>
            </a:pPr>
            <a:r>
              <a:rPr lang="en-US" sz="3200" b="1" i="0" u="none" strike="noStrike" cap="none" dirty="0">
                <a:solidFill>
                  <a:srgbClr val="000000"/>
                </a:solidFill>
                <a:latin typeface="Times New Roman"/>
                <a:ea typeface="Times New Roman"/>
                <a:cs typeface="Times New Roman"/>
                <a:sym typeface="Times New Roman"/>
              </a:rPr>
              <a:t>Aryan Kotur - 23106094</a:t>
            </a:r>
            <a:endParaRPr sz="32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chemeClr val="dk1"/>
              </a:buClr>
              <a:buSzPts val="3200"/>
              <a:buFont typeface="Trebuchet MS"/>
              <a:buNone/>
            </a:pPr>
            <a:endParaRPr sz="32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rgbClr val="000000"/>
              </a:buClr>
              <a:buSzPts val="2800"/>
              <a:buFont typeface="Times New Roman"/>
              <a:buNone/>
            </a:pPr>
            <a:r>
              <a:rPr lang="en-US" sz="2800" b="1" i="0" u="none" strike="noStrike" cap="none" dirty="0">
                <a:solidFill>
                  <a:srgbClr val="000000"/>
                </a:solidFill>
                <a:latin typeface="Times New Roman"/>
                <a:ea typeface="Times New Roman"/>
                <a:cs typeface="Times New Roman"/>
                <a:sym typeface="Times New Roman"/>
              </a:rPr>
              <a:t>Project Guide</a:t>
            </a:r>
            <a:endParaRPr sz="28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rgbClr val="000000"/>
              </a:buClr>
              <a:buSzPts val="2800"/>
              <a:buFont typeface="Times New Roman"/>
              <a:buNone/>
            </a:pPr>
            <a:r>
              <a:rPr lang="en-US" sz="2400" b="1" i="0" u="none" strike="noStrike" cap="none" dirty="0">
                <a:solidFill>
                  <a:srgbClr val="000000"/>
                </a:solidFill>
                <a:latin typeface="Times New Roman"/>
                <a:ea typeface="Times New Roman"/>
                <a:cs typeface="Times New Roman"/>
                <a:sym typeface="Times New Roman"/>
              </a:rPr>
              <a:t>Mr. Vijesh Nair</a:t>
            </a:r>
            <a:endParaRPr sz="24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rgbClr val="000000"/>
              </a:buClr>
              <a:buSzPts val="2800"/>
              <a:buFont typeface="Times New Roman"/>
              <a:buNone/>
            </a:pPr>
            <a:r>
              <a:rPr lang="en-US" sz="2800" b="1" i="0" u="none" strike="noStrike" cap="none" dirty="0">
                <a:solidFill>
                  <a:srgbClr val="000000"/>
                </a:solidFill>
                <a:latin typeface="Times New Roman"/>
                <a:ea typeface="Times New Roman"/>
                <a:cs typeface="Times New Roman"/>
                <a:sym typeface="Times New Roman"/>
              </a:rPr>
              <a:t>Academic year 2025-26</a:t>
            </a:r>
            <a:endParaRPr sz="1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rgbClr val="000000"/>
              </a:buClr>
              <a:buSzPts val="2400"/>
              <a:buFont typeface="Times New Roman"/>
              <a:buNone/>
            </a:pPr>
            <a:r>
              <a:rPr lang="en-US" sz="2400" b="1"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p:txBody>
      </p:sp>
      <p:cxnSp>
        <p:nvCxnSpPr>
          <p:cNvPr id="137" name="Google Shape;137;p17"/>
          <p:cNvCxnSpPr/>
          <p:nvPr/>
        </p:nvCxnSpPr>
        <p:spPr>
          <a:xfrm>
            <a:off x="0" y="1743075"/>
            <a:ext cx="10080600" cy="0"/>
          </a:xfrm>
          <a:prstGeom prst="straightConnector1">
            <a:avLst/>
          </a:prstGeom>
          <a:noFill/>
          <a:ln w="25400" cap="rnd" cmpd="sng">
            <a:solidFill>
              <a:schemeClr val="dk1"/>
            </a:solidFill>
            <a:prstDash val="solid"/>
            <a:miter lim="800000"/>
            <a:headEnd type="none" w="sm" len="sm"/>
            <a:tailEnd type="none" w="sm" len="sm"/>
          </a:ln>
          <a:effectLst>
            <a:outerShdw blurRad="63500" dist="25400" dir="5400000">
              <a:srgbClr val="000000">
                <a:alpha val="34509"/>
              </a:srgbClr>
            </a:outerShdw>
          </a:effectLst>
        </p:spPr>
      </p:cxnSp>
      <p:pic>
        <p:nvPicPr>
          <p:cNvPr id="138" name="Google Shape;138;p17"/>
          <p:cNvPicPr preferRelativeResize="0"/>
          <p:nvPr/>
        </p:nvPicPr>
        <p:blipFill rotWithShape="1">
          <a:blip r:embed="rId3">
            <a:alphaModFix/>
          </a:blip>
          <a:srcRect/>
          <a:stretch/>
        </p:blipFill>
        <p:spPr>
          <a:xfrm>
            <a:off x="863600" y="179387"/>
            <a:ext cx="7705724" cy="137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3"/>
        <p:cNvGrpSpPr/>
        <p:nvPr/>
      </p:nvGrpSpPr>
      <p:grpSpPr>
        <a:xfrm>
          <a:off x="0" y="0"/>
          <a:ext cx="0" cy="0"/>
          <a:chOff x="0" y="0"/>
          <a:chExt cx="0" cy="0"/>
        </a:xfrm>
      </p:grpSpPr>
      <p:sp>
        <p:nvSpPr>
          <p:cNvPr id="144" name="Google Shape;144;p18"/>
          <p:cNvSpPr txBox="1"/>
          <p:nvPr/>
        </p:nvSpPr>
        <p:spPr>
          <a:xfrm>
            <a:off x="209323" y="-220890"/>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sp>
        <p:nvSpPr>
          <p:cNvPr id="148" name="Google Shape;148;p18"/>
          <p:cNvSpPr/>
          <p:nvPr/>
        </p:nvSpPr>
        <p:spPr>
          <a:xfrm>
            <a:off x="96367" y="848140"/>
            <a:ext cx="9833100" cy="3816626"/>
          </a:xfrm>
          <a:prstGeom prst="roundRect">
            <a:avLst>
              <a:gd name="adj" fmla="val 16667"/>
            </a:avLst>
          </a:prstGeom>
          <a:solidFill>
            <a:schemeClr val="accent1"/>
          </a:solidFill>
          <a:ln w="25400" cap="flat"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22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err="1">
                <a:solidFill>
                  <a:schemeClr val="dk1"/>
                </a:solidFill>
                <a:latin typeface="Times New Roman" panose="02020603050405020304" pitchFamily="18" charset="0"/>
                <a:cs typeface="Times New Roman" panose="02020603050405020304" pitchFamily="18" charset="0"/>
                <a:sym typeface="Arial"/>
              </a:rPr>
              <a:t>AegisMind</a:t>
            </a:r>
            <a:r>
              <a:rPr lang="en-US" sz="2200" b="0" i="0" u="none" strike="noStrike" cap="none" dirty="0">
                <a:solidFill>
                  <a:schemeClr val="dk1"/>
                </a:solidFill>
                <a:latin typeface="Times New Roman" panose="02020603050405020304" pitchFamily="18" charset="0"/>
                <a:cs typeface="Times New Roman" panose="02020603050405020304" pitchFamily="18" charset="0"/>
                <a:sym typeface="Arial"/>
              </a:rPr>
              <a:t> is a groundbreaking, AI-powered agentic layer designed for autonomous cyber defense and counterattack. It's a plug-and-play solution that seamlessly integrates into any digital environment.</a:t>
            </a:r>
            <a:endParaRPr sz="22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2000"/>
              <a:buFont typeface="Arial"/>
              <a:buNone/>
            </a:pPr>
            <a:endParaRPr sz="22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285750" marR="0" lvl="0" indent="-285750" algn="l" rtl="0">
              <a:lnSpc>
                <a:spcPct val="100000"/>
              </a:lnSpc>
              <a:spcBef>
                <a:spcPts val="0"/>
              </a:spcBef>
              <a:spcAft>
                <a:spcPts val="0"/>
              </a:spcAft>
              <a:buClr>
                <a:srgbClr val="000000"/>
              </a:buClr>
              <a:buSzPts val="2000"/>
              <a:buFont typeface="Arial"/>
              <a:buChar char="•"/>
            </a:pPr>
            <a:r>
              <a:rPr lang="en-US" sz="2200" b="0" i="0" u="none" strike="noStrike" cap="none" dirty="0">
                <a:solidFill>
                  <a:schemeClr val="dk1"/>
                </a:solidFill>
                <a:latin typeface="Times New Roman" panose="02020603050405020304" pitchFamily="18" charset="0"/>
                <a:cs typeface="Times New Roman" panose="02020603050405020304" pitchFamily="18" charset="0"/>
                <a:sym typeface="Arial"/>
              </a:rPr>
              <a:t>Leverages Large Language Model (LLM) reasoning for complex threat analysis.</a:t>
            </a:r>
            <a:endParaRPr sz="2200" dirty="0">
              <a:latin typeface="Times New Roman" panose="02020603050405020304" pitchFamily="18" charset="0"/>
              <a:cs typeface="Times New Roman" panose="02020603050405020304" pitchFamily="18" charset="0"/>
            </a:endParaRPr>
          </a:p>
          <a:p>
            <a:pPr marL="285750" marR="0" lvl="0" indent="-285750" algn="l" rtl="0">
              <a:lnSpc>
                <a:spcPct val="100000"/>
              </a:lnSpc>
              <a:spcBef>
                <a:spcPts val="0"/>
              </a:spcBef>
              <a:spcAft>
                <a:spcPts val="0"/>
              </a:spcAft>
              <a:buClr>
                <a:srgbClr val="000000"/>
              </a:buClr>
              <a:buSzPts val="2000"/>
              <a:buFont typeface="Arial"/>
              <a:buChar char="•"/>
            </a:pPr>
            <a:r>
              <a:rPr lang="en-US" sz="2200" b="0" i="0" u="none" strike="noStrike" cap="none" dirty="0">
                <a:solidFill>
                  <a:schemeClr val="dk1"/>
                </a:solidFill>
                <a:latin typeface="Times New Roman" panose="02020603050405020304" pitchFamily="18" charset="0"/>
                <a:cs typeface="Times New Roman" panose="02020603050405020304" pitchFamily="18" charset="0"/>
                <a:sym typeface="Arial"/>
              </a:rPr>
              <a:t>Utilizes Deep Reinforcement Learning (DRL) for unparalleled adaptability.</a:t>
            </a:r>
            <a:endParaRPr sz="22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285750" marR="0" lvl="0" indent="-285750" algn="l" rtl="0">
              <a:lnSpc>
                <a:spcPct val="100000"/>
              </a:lnSpc>
              <a:spcBef>
                <a:spcPts val="0"/>
              </a:spcBef>
              <a:spcAft>
                <a:spcPts val="0"/>
              </a:spcAft>
              <a:buClr>
                <a:srgbClr val="000000"/>
              </a:buClr>
              <a:buSzPts val="2000"/>
              <a:buFont typeface="Arial"/>
              <a:buChar char="•"/>
            </a:pPr>
            <a:r>
              <a:rPr lang="en-US" sz="2200" b="0" i="0" u="none" strike="noStrike" cap="none" dirty="0">
                <a:solidFill>
                  <a:schemeClr val="dk1"/>
                </a:solidFill>
                <a:latin typeface="Times New Roman" panose="02020603050405020304" pitchFamily="18" charset="0"/>
                <a:cs typeface="Times New Roman" panose="02020603050405020304" pitchFamily="18" charset="0"/>
                <a:sym typeface="Arial"/>
              </a:rPr>
              <a:t>Features memory-driven evolution, learning from every interaction.</a:t>
            </a:r>
            <a:endParaRPr sz="22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285750" marR="0" lvl="0" indent="-285750" algn="l" rtl="0">
              <a:lnSpc>
                <a:spcPct val="100000"/>
              </a:lnSpc>
              <a:spcBef>
                <a:spcPts val="0"/>
              </a:spcBef>
              <a:spcAft>
                <a:spcPts val="0"/>
              </a:spcAft>
              <a:buClr>
                <a:srgbClr val="000000"/>
              </a:buClr>
              <a:buSzPts val="2000"/>
              <a:buFont typeface="Arial"/>
              <a:buChar char="•"/>
            </a:pPr>
            <a:r>
              <a:rPr lang="en-US" sz="2200" b="0" i="0" u="none" strike="noStrike" cap="none" dirty="0">
                <a:solidFill>
                  <a:schemeClr val="dk1"/>
                </a:solidFill>
                <a:latin typeface="Times New Roman" panose="02020603050405020304" pitchFamily="18" charset="0"/>
                <a:cs typeface="Times New Roman" panose="02020603050405020304" pitchFamily="18" charset="0"/>
                <a:sym typeface="Arial"/>
              </a:rPr>
              <a:t>Deployable via SDK to websites, APIs, and SaaS products.</a:t>
            </a:r>
            <a:endParaRPr sz="22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285750" marR="0" lvl="0" indent="-158750" algn="l" rtl="0">
              <a:lnSpc>
                <a:spcPct val="100000"/>
              </a:lnSpc>
              <a:spcBef>
                <a:spcPts val="0"/>
              </a:spcBef>
              <a:spcAft>
                <a:spcPts val="0"/>
              </a:spcAft>
              <a:buClr>
                <a:srgbClr val="000000"/>
              </a:buClr>
              <a:buSzPts val="2000"/>
              <a:buFont typeface="Arial"/>
              <a:buNone/>
            </a:pPr>
            <a:endParaRPr sz="22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285750" marR="0" lvl="0" indent="-158750" algn="l" rtl="0">
              <a:lnSpc>
                <a:spcPct val="100000"/>
              </a:lnSpc>
              <a:spcBef>
                <a:spcPts val="0"/>
              </a:spcBef>
              <a:spcAft>
                <a:spcPts val="0"/>
              </a:spcAft>
              <a:buClr>
                <a:srgbClr val="000000"/>
              </a:buClr>
              <a:buSzPts val="2000"/>
              <a:buFont typeface="Arial"/>
              <a:buNone/>
            </a:pPr>
            <a:endParaRPr sz="22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A41238BF-6C5B-F07B-6DA9-537EB0EBDAF0}"/>
            </a:ext>
          </a:extLst>
        </p:cNvPr>
        <p:cNvGrpSpPr/>
        <p:nvPr/>
      </p:nvGrpSpPr>
      <p:grpSpPr>
        <a:xfrm>
          <a:off x="0" y="0"/>
          <a:ext cx="0" cy="0"/>
          <a:chOff x="0" y="0"/>
          <a:chExt cx="0" cy="0"/>
        </a:xfrm>
      </p:grpSpPr>
      <p:sp>
        <p:nvSpPr>
          <p:cNvPr id="161" name="Google Shape;161;p20">
            <a:extLst>
              <a:ext uri="{FF2B5EF4-FFF2-40B4-BE49-F238E27FC236}">
                <a16:creationId xmlns:a16="http://schemas.microsoft.com/office/drawing/2014/main" id="{EDD8FF47-3A2D-33EC-AB66-16443F7DF1AF}"/>
              </a:ext>
            </a:extLst>
          </p:cNvPr>
          <p:cNvSpPr txBox="1">
            <a:spLocks noGrp="1"/>
          </p:cNvSpPr>
          <p:nvPr>
            <p:ph type="title"/>
          </p:nvPr>
        </p:nvSpPr>
        <p:spPr>
          <a:xfrm>
            <a:off x="214421" y="291018"/>
            <a:ext cx="6997800" cy="790516"/>
          </a:xfrm>
          <a:prstGeom prst="rect">
            <a:avLst/>
          </a:prstGeom>
          <a:noFill/>
          <a:ln>
            <a:noFill/>
          </a:ln>
        </p:spPr>
        <p:txBody>
          <a:bodyPr spcFirstLastPara="1" wrap="square" lIns="91425" tIns="45700" rIns="91425" bIns="45700" anchor="t" anchorCtr="0">
            <a:noAutofit/>
          </a:bodyPr>
          <a:lstStyle/>
          <a:p>
            <a:pPr lvl="0">
              <a:buSzPts val="3600"/>
            </a:pPr>
            <a:r>
              <a:rPr lang="en-IN" sz="3600" b="1" dirty="0">
                <a:solidFill>
                  <a:schemeClr val="tx1"/>
                </a:solidFill>
                <a:latin typeface="Times New Roman" panose="02020603050405020304" pitchFamily="18" charset="0"/>
                <a:cs typeface="Times New Roman" panose="02020603050405020304" pitchFamily="18" charset="0"/>
              </a:rPr>
              <a:t>Sustainable Development Goal:</a:t>
            </a:r>
            <a:endParaRPr b="1" dirty="0">
              <a:solidFill>
                <a:schemeClr val="tx1"/>
              </a:solidFill>
              <a:latin typeface="Times New Roman" panose="02020603050405020304" pitchFamily="18" charset="0"/>
              <a:cs typeface="Times New Roman" panose="02020603050405020304" pitchFamily="18" charset="0"/>
            </a:endParaRPr>
          </a:p>
        </p:txBody>
      </p:sp>
      <p:grpSp>
        <p:nvGrpSpPr>
          <p:cNvPr id="164" name="Google Shape;164;p20">
            <a:extLst>
              <a:ext uri="{FF2B5EF4-FFF2-40B4-BE49-F238E27FC236}">
                <a16:creationId xmlns:a16="http://schemas.microsoft.com/office/drawing/2014/main" id="{67FA4681-4A65-DE3F-0876-ABB697947586}"/>
              </a:ext>
            </a:extLst>
          </p:cNvPr>
          <p:cNvGrpSpPr/>
          <p:nvPr/>
        </p:nvGrpSpPr>
        <p:grpSpPr>
          <a:xfrm>
            <a:off x="214421" y="1255950"/>
            <a:ext cx="5048631" cy="1942743"/>
            <a:chOff x="189786" y="3963566"/>
            <a:chExt cx="5048631" cy="1942743"/>
          </a:xfrm>
        </p:grpSpPr>
        <p:sp>
          <p:nvSpPr>
            <p:cNvPr id="165" name="Google Shape;165;p20">
              <a:extLst>
                <a:ext uri="{FF2B5EF4-FFF2-40B4-BE49-F238E27FC236}">
                  <a16:creationId xmlns:a16="http://schemas.microsoft.com/office/drawing/2014/main" id="{AFF9DE71-8C38-FA93-D930-FDEB4B8A34DE}"/>
                </a:ext>
              </a:extLst>
            </p:cNvPr>
            <p:cNvSpPr/>
            <p:nvPr/>
          </p:nvSpPr>
          <p:spPr>
            <a:xfrm>
              <a:off x="189786" y="4206096"/>
              <a:ext cx="4337685" cy="1700213"/>
            </a:xfrm>
            <a:prstGeom prst="roundRect">
              <a:avLst>
                <a:gd name="adj" fmla="val 6454"/>
              </a:avLst>
            </a:prstGeom>
            <a:solidFill>
              <a:srgbClr val="0A0A0A">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0">
              <a:extLst>
                <a:ext uri="{FF2B5EF4-FFF2-40B4-BE49-F238E27FC236}">
                  <a16:creationId xmlns:a16="http://schemas.microsoft.com/office/drawing/2014/main" id="{5E7B2F0F-F879-C8D0-C72B-C7B88511E5D2}"/>
                </a:ext>
              </a:extLst>
            </p:cNvPr>
            <p:cNvSpPr/>
            <p:nvPr/>
          </p:nvSpPr>
          <p:spPr>
            <a:xfrm>
              <a:off x="189786" y="4183236"/>
              <a:ext cx="4337685" cy="91440"/>
            </a:xfrm>
            <a:prstGeom prst="roundRect">
              <a:avLst>
                <a:gd name="adj" fmla="val 265355"/>
              </a:avLst>
            </a:prstGeom>
            <a:solidFill>
              <a:srgbClr val="2D4D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0">
              <a:extLst>
                <a:ext uri="{FF2B5EF4-FFF2-40B4-BE49-F238E27FC236}">
                  <a16:creationId xmlns:a16="http://schemas.microsoft.com/office/drawing/2014/main" id="{08FEFE1F-8636-18C7-9769-CC76DECBA8D7}"/>
                </a:ext>
              </a:extLst>
            </p:cNvPr>
            <p:cNvSpPr/>
            <p:nvPr/>
          </p:nvSpPr>
          <p:spPr>
            <a:xfrm>
              <a:off x="2116038" y="3963566"/>
              <a:ext cx="485180" cy="485180"/>
            </a:xfrm>
            <a:prstGeom prst="roundRect">
              <a:avLst>
                <a:gd name="adj" fmla="val 188466"/>
              </a:avLst>
            </a:prstGeom>
            <a:solidFill>
              <a:srgbClr val="2D4D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0">
              <a:extLst>
                <a:ext uri="{FF2B5EF4-FFF2-40B4-BE49-F238E27FC236}">
                  <a16:creationId xmlns:a16="http://schemas.microsoft.com/office/drawing/2014/main" id="{00B5CC49-53EE-09C8-B97B-3EB392EDDD7A}"/>
                </a:ext>
              </a:extLst>
            </p:cNvPr>
            <p:cNvSpPr/>
            <p:nvPr/>
          </p:nvSpPr>
          <p:spPr>
            <a:xfrm>
              <a:off x="365517" y="4462019"/>
              <a:ext cx="4872900" cy="237900"/>
            </a:xfrm>
            <a:prstGeom prst="rect">
              <a:avLst/>
            </a:prstGeom>
            <a:noFill/>
            <a:ln>
              <a:noFill/>
            </a:ln>
          </p:spPr>
          <p:txBody>
            <a:bodyPr spcFirstLastPara="1" wrap="square" lIns="0" tIns="0" rIns="0" bIns="0" anchor="t" anchorCtr="0">
              <a:noAutofit/>
            </a:bodyPr>
            <a:lstStyle/>
            <a:p>
              <a:pPr marL="0" marR="0" lvl="0" indent="0" algn="l" rtl="0">
                <a:lnSpc>
                  <a:spcPct val="115625"/>
                </a:lnSpc>
                <a:spcBef>
                  <a:spcPts val="0"/>
                </a:spcBef>
                <a:spcAft>
                  <a:spcPts val="0"/>
                </a:spcAft>
                <a:buClr>
                  <a:srgbClr val="000000"/>
                </a:buClr>
                <a:buSzPts val="1600"/>
                <a:buFont typeface="Arial"/>
                <a:buNone/>
              </a:pPr>
              <a:r>
                <a:rPr lang="en-US" sz="1600" b="0" i="0" u="none" strike="noStrike" cap="none" dirty="0">
                  <a:solidFill>
                    <a:srgbClr val="FFFFFF"/>
                  </a:solidFill>
                  <a:latin typeface="Arial"/>
                  <a:ea typeface="Arial"/>
                  <a:cs typeface="Arial"/>
                  <a:sym typeface="Arial"/>
                </a:rPr>
                <a:t>Goal 9: Industry, Innovation &amp; Infrastructure</a:t>
              </a:r>
              <a:endParaRPr sz="1600" b="0" i="0" u="none" strike="noStrike" cap="none" dirty="0">
                <a:solidFill>
                  <a:srgbClr val="000000"/>
                </a:solidFill>
                <a:latin typeface="Arial"/>
                <a:ea typeface="Arial"/>
                <a:cs typeface="Arial"/>
                <a:sym typeface="Arial"/>
              </a:endParaRPr>
            </a:p>
          </p:txBody>
        </p:sp>
        <p:sp>
          <p:nvSpPr>
            <p:cNvPr id="169" name="Google Shape;169;p20">
              <a:extLst>
                <a:ext uri="{FF2B5EF4-FFF2-40B4-BE49-F238E27FC236}">
                  <a16:creationId xmlns:a16="http://schemas.microsoft.com/office/drawing/2014/main" id="{5B931A88-EB4B-24F3-2A61-0C77DDFFD4D3}"/>
                </a:ext>
              </a:extLst>
            </p:cNvPr>
            <p:cNvSpPr/>
            <p:nvPr/>
          </p:nvSpPr>
          <p:spPr>
            <a:xfrm>
              <a:off x="374332" y="4829033"/>
              <a:ext cx="3968591" cy="776526"/>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000000"/>
                </a:buClr>
                <a:buSzPts val="1400"/>
                <a:buFont typeface="Arial"/>
                <a:buNone/>
              </a:pPr>
              <a:r>
                <a:rPr lang="en-US" sz="1400" b="0" i="0" u="none" strike="noStrike" cap="none" dirty="0" err="1">
                  <a:solidFill>
                    <a:srgbClr val="FFFFFF"/>
                  </a:solidFill>
                  <a:latin typeface="Arial"/>
                  <a:ea typeface="Arial"/>
                  <a:cs typeface="Arial"/>
                  <a:sym typeface="Arial"/>
                </a:rPr>
                <a:t>AegisMind</a:t>
              </a:r>
              <a:r>
                <a:rPr lang="en-US" sz="1400" b="0" i="0" u="none" strike="noStrike" cap="none" dirty="0">
                  <a:solidFill>
                    <a:srgbClr val="FFFFFF"/>
                  </a:solidFill>
                  <a:latin typeface="Arial"/>
                  <a:ea typeface="Arial"/>
                  <a:cs typeface="Arial"/>
                  <a:sym typeface="Arial"/>
                </a:rPr>
                <a:t> fosters resilient infrastructure by providing advanced cyber defense, enabling innovation without security compromise.</a:t>
              </a:r>
              <a:endParaRPr sz="1400" b="0" i="0" u="none" strike="noStrike" cap="none" dirty="0">
                <a:solidFill>
                  <a:srgbClr val="000000"/>
                </a:solidFill>
                <a:latin typeface="Arial"/>
                <a:ea typeface="Arial"/>
                <a:cs typeface="Arial"/>
                <a:sym typeface="Arial"/>
              </a:endParaRPr>
            </a:p>
          </p:txBody>
        </p:sp>
        <p:pic>
          <p:nvPicPr>
            <p:cNvPr id="170" name="Google Shape;170;p20" descr="preencoded.png">
              <a:extLst>
                <a:ext uri="{FF2B5EF4-FFF2-40B4-BE49-F238E27FC236}">
                  <a16:creationId xmlns:a16="http://schemas.microsoft.com/office/drawing/2014/main" id="{D996AECE-F406-F3B7-1E8C-9290957446AA}"/>
                </a:ext>
              </a:extLst>
            </p:cNvPr>
            <p:cNvPicPr preferRelativeResize="0"/>
            <p:nvPr/>
          </p:nvPicPr>
          <p:blipFill rotWithShape="1">
            <a:blip r:embed="rId3">
              <a:alphaModFix/>
            </a:blip>
            <a:srcRect/>
            <a:stretch/>
          </p:blipFill>
          <p:spPr>
            <a:xfrm>
              <a:off x="2261592" y="4084831"/>
              <a:ext cx="194072" cy="242530"/>
            </a:xfrm>
            <a:prstGeom prst="rect">
              <a:avLst/>
            </a:prstGeom>
            <a:noFill/>
            <a:ln>
              <a:noFill/>
            </a:ln>
          </p:spPr>
        </p:pic>
      </p:grpSp>
      <p:grpSp>
        <p:nvGrpSpPr>
          <p:cNvPr id="171" name="Google Shape;171;p20">
            <a:extLst>
              <a:ext uri="{FF2B5EF4-FFF2-40B4-BE49-F238E27FC236}">
                <a16:creationId xmlns:a16="http://schemas.microsoft.com/office/drawing/2014/main" id="{23A87DC9-6B49-904B-E8F2-D1121B6B9974}"/>
              </a:ext>
            </a:extLst>
          </p:cNvPr>
          <p:cNvGrpSpPr/>
          <p:nvPr/>
        </p:nvGrpSpPr>
        <p:grpSpPr>
          <a:xfrm>
            <a:off x="5263052" y="1255950"/>
            <a:ext cx="5826653" cy="1942743"/>
            <a:chOff x="5040312" y="3865161"/>
            <a:chExt cx="5826653" cy="1942743"/>
          </a:xfrm>
        </p:grpSpPr>
        <p:sp>
          <p:nvSpPr>
            <p:cNvPr id="172" name="Google Shape;172;p20">
              <a:extLst>
                <a:ext uri="{FF2B5EF4-FFF2-40B4-BE49-F238E27FC236}">
                  <a16:creationId xmlns:a16="http://schemas.microsoft.com/office/drawing/2014/main" id="{29B3619E-64FC-D56A-33A7-4E6A695823C7}"/>
                </a:ext>
              </a:extLst>
            </p:cNvPr>
            <p:cNvSpPr/>
            <p:nvPr/>
          </p:nvSpPr>
          <p:spPr>
            <a:xfrm>
              <a:off x="5040312" y="4107691"/>
              <a:ext cx="4337685" cy="1700213"/>
            </a:xfrm>
            <a:prstGeom prst="roundRect">
              <a:avLst>
                <a:gd name="adj" fmla="val 6454"/>
              </a:avLst>
            </a:prstGeom>
            <a:solidFill>
              <a:srgbClr val="0A0A0A">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0">
              <a:extLst>
                <a:ext uri="{FF2B5EF4-FFF2-40B4-BE49-F238E27FC236}">
                  <a16:creationId xmlns:a16="http://schemas.microsoft.com/office/drawing/2014/main" id="{03B2EDF2-F024-42C1-DA52-D11F623FA2FF}"/>
                </a:ext>
              </a:extLst>
            </p:cNvPr>
            <p:cNvSpPr/>
            <p:nvPr/>
          </p:nvSpPr>
          <p:spPr>
            <a:xfrm>
              <a:off x="5040312" y="4084831"/>
              <a:ext cx="4337685" cy="91440"/>
            </a:xfrm>
            <a:prstGeom prst="roundRect">
              <a:avLst>
                <a:gd name="adj" fmla="val 265355"/>
              </a:avLst>
            </a:prstGeom>
            <a:solidFill>
              <a:srgbClr val="018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0">
              <a:extLst>
                <a:ext uri="{FF2B5EF4-FFF2-40B4-BE49-F238E27FC236}">
                  <a16:creationId xmlns:a16="http://schemas.microsoft.com/office/drawing/2014/main" id="{46498EA6-1FD7-9D25-0315-3F92F47954EC}"/>
                </a:ext>
              </a:extLst>
            </p:cNvPr>
            <p:cNvSpPr/>
            <p:nvPr/>
          </p:nvSpPr>
          <p:spPr>
            <a:xfrm>
              <a:off x="6966564" y="3865161"/>
              <a:ext cx="485180" cy="485180"/>
            </a:xfrm>
            <a:prstGeom prst="roundRect">
              <a:avLst>
                <a:gd name="adj" fmla="val 188466"/>
              </a:avLst>
            </a:prstGeom>
            <a:solidFill>
              <a:srgbClr val="018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5" name="Google Shape;175;p20" descr="preencoded.png">
              <a:extLst>
                <a:ext uri="{FF2B5EF4-FFF2-40B4-BE49-F238E27FC236}">
                  <a16:creationId xmlns:a16="http://schemas.microsoft.com/office/drawing/2014/main" id="{22040B52-F743-9F12-44DE-A647373594BD}"/>
                </a:ext>
              </a:extLst>
            </p:cNvPr>
            <p:cNvPicPr preferRelativeResize="0"/>
            <p:nvPr/>
          </p:nvPicPr>
          <p:blipFill rotWithShape="1">
            <a:blip r:embed="rId4">
              <a:alphaModFix/>
            </a:blip>
            <a:srcRect/>
            <a:stretch/>
          </p:blipFill>
          <p:spPr>
            <a:xfrm>
              <a:off x="7112059" y="3986486"/>
              <a:ext cx="194072" cy="242530"/>
            </a:xfrm>
            <a:prstGeom prst="rect">
              <a:avLst/>
            </a:prstGeom>
            <a:noFill/>
            <a:ln>
              <a:noFill/>
            </a:ln>
          </p:spPr>
        </p:pic>
        <p:sp>
          <p:nvSpPr>
            <p:cNvPr id="176" name="Google Shape;176;p20">
              <a:extLst>
                <a:ext uri="{FF2B5EF4-FFF2-40B4-BE49-F238E27FC236}">
                  <a16:creationId xmlns:a16="http://schemas.microsoft.com/office/drawing/2014/main" id="{79CB372B-2D7A-7FD3-B74C-DE9EAFBFA332}"/>
                </a:ext>
              </a:extLst>
            </p:cNvPr>
            <p:cNvSpPr/>
            <p:nvPr/>
          </p:nvSpPr>
          <p:spPr>
            <a:xfrm>
              <a:off x="5224865" y="4424516"/>
              <a:ext cx="5642100" cy="237900"/>
            </a:xfrm>
            <a:prstGeom prst="rect">
              <a:avLst/>
            </a:prstGeom>
            <a:noFill/>
            <a:ln>
              <a:noFill/>
            </a:ln>
          </p:spPr>
          <p:txBody>
            <a:bodyPr spcFirstLastPara="1" wrap="square" lIns="0" tIns="0" rIns="0" bIns="0" anchor="t" anchorCtr="0">
              <a:noAutofit/>
            </a:bodyPr>
            <a:lstStyle/>
            <a:p>
              <a:pPr marL="0" marR="0" lvl="0" indent="0" algn="l" rtl="0">
                <a:lnSpc>
                  <a:spcPct val="115625"/>
                </a:lnSpc>
                <a:spcBef>
                  <a:spcPts val="0"/>
                </a:spcBef>
                <a:spcAft>
                  <a:spcPts val="0"/>
                </a:spcAft>
                <a:buClr>
                  <a:srgbClr val="000000"/>
                </a:buClr>
                <a:buSzPts val="1600"/>
                <a:buFont typeface="Arial"/>
                <a:buNone/>
              </a:pPr>
              <a:r>
                <a:rPr lang="en-US" sz="1600" b="0" i="0" u="none" strike="noStrike" cap="none" dirty="0">
                  <a:solidFill>
                    <a:srgbClr val="FFFFFF"/>
                  </a:solidFill>
                  <a:latin typeface="Arial"/>
                  <a:ea typeface="Arial"/>
                  <a:cs typeface="Arial"/>
                  <a:sym typeface="Arial"/>
                </a:rPr>
                <a:t>Goal 16: Peace, Justice &amp; Strong Institutions</a:t>
              </a:r>
              <a:endParaRPr sz="1600" b="0" i="0" u="none" strike="noStrike" cap="none" dirty="0">
                <a:solidFill>
                  <a:srgbClr val="000000"/>
                </a:solidFill>
                <a:latin typeface="Arial"/>
                <a:ea typeface="Arial"/>
                <a:cs typeface="Arial"/>
                <a:sym typeface="Arial"/>
              </a:endParaRPr>
            </a:p>
          </p:txBody>
        </p:sp>
        <p:sp>
          <p:nvSpPr>
            <p:cNvPr id="177" name="Google Shape;177;p20">
              <a:extLst>
                <a:ext uri="{FF2B5EF4-FFF2-40B4-BE49-F238E27FC236}">
                  <a16:creationId xmlns:a16="http://schemas.microsoft.com/office/drawing/2014/main" id="{762FB0AC-EB65-5C28-0D09-369E0EC99F4C}"/>
                </a:ext>
              </a:extLst>
            </p:cNvPr>
            <p:cNvSpPr/>
            <p:nvPr/>
          </p:nvSpPr>
          <p:spPr>
            <a:xfrm>
              <a:off x="5224858" y="4745401"/>
              <a:ext cx="3968591" cy="776526"/>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By securing digital systems, AegisMind contributes to stable, secure institutions and a more peaceful cyberspace.</a:t>
              </a:r>
              <a:endParaRPr sz="1400" b="0" i="0" u="none" strike="noStrike" cap="none">
                <a:solidFill>
                  <a:srgbClr val="000000"/>
                </a:solidFill>
                <a:latin typeface="Arial"/>
                <a:ea typeface="Arial"/>
                <a:cs typeface="Arial"/>
                <a:sym typeface="Arial"/>
              </a:endParaRPr>
            </a:p>
          </p:txBody>
        </p:sp>
      </p:grpSp>
      <p:grpSp>
        <p:nvGrpSpPr>
          <p:cNvPr id="178" name="Google Shape;178;p20">
            <a:extLst>
              <a:ext uri="{FF2B5EF4-FFF2-40B4-BE49-F238E27FC236}">
                <a16:creationId xmlns:a16="http://schemas.microsoft.com/office/drawing/2014/main" id="{ADC1F364-2FC2-FBD7-D98E-29BE51DE1DD9}"/>
              </a:ext>
            </a:extLst>
          </p:cNvPr>
          <p:cNvGrpSpPr/>
          <p:nvPr/>
        </p:nvGrpSpPr>
        <p:grpSpPr>
          <a:xfrm>
            <a:off x="2809834" y="3779837"/>
            <a:ext cx="4402387" cy="1942743"/>
            <a:chOff x="9645729" y="5844421"/>
            <a:chExt cx="4402387" cy="1942743"/>
          </a:xfrm>
        </p:grpSpPr>
        <p:sp>
          <p:nvSpPr>
            <p:cNvPr id="179" name="Google Shape;179;p20">
              <a:extLst>
                <a:ext uri="{FF2B5EF4-FFF2-40B4-BE49-F238E27FC236}">
                  <a16:creationId xmlns:a16="http://schemas.microsoft.com/office/drawing/2014/main" id="{60355B8F-26B1-EEB9-92BF-B18411979EF5}"/>
                </a:ext>
              </a:extLst>
            </p:cNvPr>
            <p:cNvSpPr/>
            <p:nvPr/>
          </p:nvSpPr>
          <p:spPr>
            <a:xfrm>
              <a:off x="9645729" y="6086951"/>
              <a:ext cx="4337685" cy="1700213"/>
            </a:xfrm>
            <a:prstGeom prst="roundRect">
              <a:avLst>
                <a:gd name="adj" fmla="val 6454"/>
              </a:avLst>
            </a:prstGeom>
            <a:solidFill>
              <a:srgbClr val="0A0A0A">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0">
              <a:extLst>
                <a:ext uri="{FF2B5EF4-FFF2-40B4-BE49-F238E27FC236}">
                  <a16:creationId xmlns:a16="http://schemas.microsoft.com/office/drawing/2014/main" id="{E867671E-396B-8D08-CA97-DFEAA7C32091}"/>
                </a:ext>
              </a:extLst>
            </p:cNvPr>
            <p:cNvSpPr/>
            <p:nvPr/>
          </p:nvSpPr>
          <p:spPr>
            <a:xfrm>
              <a:off x="9645729" y="6064091"/>
              <a:ext cx="4337685" cy="91440"/>
            </a:xfrm>
            <a:prstGeom prst="roundRect">
              <a:avLst>
                <a:gd name="adj" fmla="val 265355"/>
              </a:avLst>
            </a:prstGeom>
            <a:solidFill>
              <a:srgbClr val="DA3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0">
              <a:extLst>
                <a:ext uri="{FF2B5EF4-FFF2-40B4-BE49-F238E27FC236}">
                  <a16:creationId xmlns:a16="http://schemas.microsoft.com/office/drawing/2014/main" id="{88EA806B-17F9-7C73-7747-9B7C99296D8F}"/>
                </a:ext>
              </a:extLst>
            </p:cNvPr>
            <p:cNvSpPr/>
            <p:nvPr/>
          </p:nvSpPr>
          <p:spPr>
            <a:xfrm>
              <a:off x="11571982" y="5844421"/>
              <a:ext cx="485180" cy="485180"/>
            </a:xfrm>
            <a:prstGeom prst="roundRect">
              <a:avLst>
                <a:gd name="adj" fmla="val 188466"/>
              </a:avLst>
            </a:prstGeom>
            <a:solidFill>
              <a:srgbClr val="DA3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2" name="Google Shape;182;p20" descr="preencoded.png">
              <a:extLst>
                <a:ext uri="{FF2B5EF4-FFF2-40B4-BE49-F238E27FC236}">
                  <a16:creationId xmlns:a16="http://schemas.microsoft.com/office/drawing/2014/main" id="{7C866234-F21B-9FDC-0390-28B123F404F7}"/>
                </a:ext>
              </a:extLst>
            </p:cNvPr>
            <p:cNvPicPr preferRelativeResize="0"/>
            <p:nvPr/>
          </p:nvPicPr>
          <p:blipFill rotWithShape="1">
            <a:blip r:embed="rId5">
              <a:alphaModFix/>
            </a:blip>
            <a:srcRect/>
            <a:stretch/>
          </p:blipFill>
          <p:spPr>
            <a:xfrm>
              <a:off x="11717476" y="5965746"/>
              <a:ext cx="194072" cy="242530"/>
            </a:xfrm>
            <a:prstGeom prst="rect">
              <a:avLst/>
            </a:prstGeom>
            <a:noFill/>
            <a:ln>
              <a:noFill/>
            </a:ln>
          </p:spPr>
        </p:pic>
        <p:sp>
          <p:nvSpPr>
            <p:cNvPr id="183" name="Google Shape;183;p20">
              <a:extLst>
                <a:ext uri="{FF2B5EF4-FFF2-40B4-BE49-F238E27FC236}">
                  <a16:creationId xmlns:a16="http://schemas.microsoft.com/office/drawing/2014/main" id="{7AB6D986-6460-D40E-5B36-59FA83D6EDBC}"/>
                </a:ext>
              </a:extLst>
            </p:cNvPr>
            <p:cNvSpPr/>
            <p:nvPr/>
          </p:nvSpPr>
          <p:spPr>
            <a:xfrm>
              <a:off x="9851416" y="6359533"/>
              <a:ext cx="4196700" cy="237900"/>
            </a:xfrm>
            <a:prstGeom prst="rect">
              <a:avLst/>
            </a:prstGeom>
            <a:noFill/>
            <a:ln>
              <a:noFill/>
            </a:ln>
          </p:spPr>
          <p:txBody>
            <a:bodyPr spcFirstLastPara="1" wrap="square" lIns="0" tIns="0" rIns="0" bIns="0" anchor="t" anchorCtr="0">
              <a:noAutofit/>
            </a:bodyPr>
            <a:lstStyle/>
            <a:p>
              <a:pPr marL="0" marR="0" lvl="0" indent="0" algn="l" rtl="0">
                <a:lnSpc>
                  <a:spcPct val="115625"/>
                </a:lnSpc>
                <a:spcBef>
                  <a:spcPts val="0"/>
                </a:spcBef>
                <a:spcAft>
                  <a:spcPts val="0"/>
                </a:spcAft>
                <a:buClr>
                  <a:srgbClr val="000000"/>
                </a:buClr>
                <a:buSzPts val="1600"/>
                <a:buFont typeface="Arial"/>
                <a:buNone/>
              </a:pPr>
              <a:r>
                <a:rPr lang="en-US" sz="1600" b="0" i="0" u="none" strike="noStrike" cap="none">
                  <a:solidFill>
                    <a:srgbClr val="FFFFFF"/>
                  </a:solidFill>
                  <a:latin typeface="Arial"/>
                  <a:ea typeface="Arial"/>
                  <a:cs typeface="Arial"/>
                  <a:sym typeface="Arial"/>
                </a:rPr>
                <a:t>Goal 4: Quality Education</a:t>
              </a:r>
              <a:endParaRPr sz="1600" b="0" i="0" u="none" strike="noStrike" cap="none">
                <a:solidFill>
                  <a:srgbClr val="000000"/>
                </a:solidFill>
                <a:latin typeface="Arial"/>
                <a:ea typeface="Arial"/>
                <a:cs typeface="Arial"/>
                <a:sym typeface="Arial"/>
              </a:endParaRPr>
            </a:p>
          </p:txBody>
        </p:sp>
        <p:sp>
          <p:nvSpPr>
            <p:cNvPr id="184" name="Google Shape;184;p20">
              <a:extLst>
                <a:ext uri="{FF2B5EF4-FFF2-40B4-BE49-F238E27FC236}">
                  <a16:creationId xmlns:a16="http://schemas.microsoft.com/office/drawing/2014/main" id="{691E3959-CB11-9243-3E18-188F1D5E6465}"/>
                </a:ext>
              </a:extLst>
            </p:cNvPr>
            <p:cNvSpPr/>
            <p:nvPr/>
          </p:nvSpPr>
          <p:spPr>
            <a:xfrm>
              <a:off x="9830216" y="6635829"/>
              <a:ext cx="3968591" cy="776526"/>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000000"/>
                </a:buClr>
                <a:buSzPts val="1400"/>
                <a:buFont typeface="Arial"/>
                <a:buNone/>
              </a:pPr>
              <a:r>
                <a:rPr lang="en-US" sz="1400" b="0" i="0" u="none" strike="noStrike" cap="none" dirty="0" err="1">
                  <a:solidFill>
                    <a:srgbClr val="FFFFFF"/>
                  </a:solidFill>
                  <a:latin typeface="Arial"/>
                  <a:ea typeface="Arial"/>
                  <a:cs typeface="Arial"/>
                  <a:sym typeface="Arial"/>
                </a:rPr>
                <a:t>AegisMind's</a:t>
              </a:r>
              <a:r>
                <a:rPr lang="en-US" sz="1400" b="0" i="0" u="none" strike="noStrike" cap="none" dirty="0">
                  <a:solidFill>
                    <a:srgbClr val="FFFFFF"/>
                  </a:solidFill>
                  <a:latin typeface="Arial"/>
                  <a:ea typeface="Arial"/>
                  <a:cs typeface="Arial"/>
                  <a:sym typeface="Arial"/>
                </a:rPr>
                <a:t> adaptive learning capabilities implicitly contribute to knowledge systems, securing educational digital platforms and data.</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630618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BF196-C201-75E0-7830-E2C6E16423CE}"/>
              </a:ext>
            </a:extLst>
          </p:cNvPr>
          <p:cNvSpPr>
            <a:spLocks noGrp="1"/>
          </p:cNvSpPr>
          <p:nvPr>
            <p:ph type="title"/>
          </p:nvPr>
        </p:nvSpPr>
        <p:spPr>
          <a:xfrm>
            <a:off x="309842" y="39951"/>
            <a:ext cx="5788800" cy="946204"/>
          </a:xfrm>
        </p:spPr>
        <p:txBody>
          <a:bodyPr/>
          <a:lstStyle/>
          <a:p>
            <a:r>
              <a:rPr lang="en-IN" sz="3600" b="1" dirty="0">
                <a:solidFill>
                  <a:srgbClr val="000000"/>
                </a:solidFill>
                <a:latin typeface="Times New Roman"/>
                <a:cs typeface="Times New Roman"/>
                <a:sym typeface="Arial"/>
              </a:rPr>
              <a:t>Literature Survey</a:t>
            </a:r>
            <a:endParaRPr lang="en-US" sz="3600" b="1" dirty="0">
              <a:solidFill>
                <a:srgbClr val="000000"/>
              </a:solidFill>
              <a:latin typeface="Times New Roman"/>
              <a:cs typeface="Times New Roman"/>
              <a:sym typeface="Arial"/>
            </a:endParaRPr>
          </a:p>
        </p:txBody>
      </p:sp>
      <p:sp>
        <p:nvSpPr>
          <p:cNvPr id="5" name="Rectangle: Rounded Corners 4">
            <a:extLst>
              <a:ext uri="{FF2B5EF4-FFF2-40B4-BE49-F238E27FC236}">
                <a16:creationId xmlns:a16="http://schemas.microsoft.com/office/drawing/2014/main" id="{4C9C13E3-E21C-EC69-EEE9-68264ED7FB0D}"/>
              </a:ext>
            </a:extLst>
          </p:cNvPr>
          <p:cNvSpPr/>
          <p:nvPr/>
        </p:nvSpPr>
        <p:spPr>
          <a:xfrm>
            <a:off x="123807" y="1129653"/>
            <a:ext cx="9833007" cy="21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1" indent="-342900">
              <a:lnSpc>
                <a:spcPts val="2000"/>
              </a:lnSpc>
              <a:buSzPct val="100000"/>
              <a:buChar char="•"/>
            </a:pPr>
            <a:endParaRPr lang="en-US" sz="2200" dirty="0">
              <a:solidFill>
                <a:schemeClr val="tx1"/>
              </a:solidFill>
              <a:latin typeface="Times New Roman" panose="02020603050405020304" pitchFamily="18" charset="0"/>
              <a:ea typeface="PT Sans" pitchFamily="34" charset="-122"/>
              <a:cs typeface="Times New Roman" panose="02020603050405020304" pitchFamily="18" charset="0"/>
            </a:endParaRPr>
          </a:p>
          <a:p>
            <a:pPr lvl="1">
              <a:lnSpc>
                <a:spcPts val="2000"/>
              </a:lnSpc>
              <a:buSzPct val="100000"/>
            </a:pPr>
            <a:r>
              <a:rPr lang="en-IN" sz="2200" dirty="0">
                <a:solidFill>
                  <a:schemeClr val="tx1"/>
                </a:solidFill>
                <a:latin typeface="Times New Roman" panose="02020603050405020304" pitchFamily="18" charset="0"/>
                <a:ea typeface="PT Sans" pitchFamily="34" charset="-122"/>
                <a:cs typeface="Times New Roman" panose="02020603050405020304" pitchFamily="18" charset="0"/>
              </a:rPr>
              <a:t>“Design of an autonomous cyber defence agent using hybrid </a:t>
            </a:r>
            <a:r>
              <a:rPr lang="en-IN" sz="2200" dirty="0" err="1">
                <a:solidFill>
                  <a:schemeClr val="tx1"/>
                </a:solidFill>
                <a:latin typeface="Times New Roman" panose="02020603050405020304" pitchFamily="18" charset="0"/>
                <a:ea typeface="PT Sans" pitchFamily="34" charset="-122"/>
                <a:cs typeface="Times New Roman" panose="02020603050405020304" pitchFamily="18" charset="0"/>
              </a:rPr>
              <a:t>ai</a:t>
            </a:r>
            <a:r>
              <a:rPr lang="en-IN" sz="2200" dirty="0">
                <a:solidFill>
                  <a:schemeClr val="tx1"/>
                </a:solidFill>
                <a:latin typeface="Times New Roman" panose="02020603050405020304" pitchFamily="18" charset="0"/>
                <a:ea typeface="PT Sans" pitchFamily="34" charset="-122"/>
                <a:cs typeface="Times New Roman" panose="02020603050405020304" pitchFamily="18" charset="0"/>
              </a:rPr>
              <a:t> models.”, IEEE</a:t>
            </a:r>
            <a:endParaRPr lang="en-US" sz="2200" dirty="0">
              <a:solidFill>
                <a:schemeClr val="tx1"/>
              </a:solidFill>
              <a:latin typeface="Times New Roman" panose="02020603050405020304" pitchFamily="18" charset="0"/>
              <a:ea typeface="PT Sans" pitchFamily="34" charset="-122"/>
              <a:cs typeface="Times New Roman" panose="02020603050405020304" pitchFamily="18" charset="0"/>
            </a:endParaRPr>
          </a:p>
          <a:p>
            <a:pPr marL="342900" lvl="1" indent="-342900">
              <a:lnSpc>
                <a:spcPts val="2000"/>
              </a:lnSpc>
              <a:buSzPct val="100000"/>
              <a:buFont typeface="Arial"/>
              <a:buChar char="•"/>
            </a:pPr>
            <a:r>
              <a:rPr lang="en-IN" sz="2200" dirty="0">
                <a:solidFill>
                  <a:schemeClr val="tx1"/>
                </a:solidFill>
                <a:latin typeface="Times New Roman" panose="02020603050405020304" pitchFamily="18" charset="0"/>
                <a:ea typeface="PT Sans" pitchFamily="34" charset="-122"/>
                <a:cs typeface="Times New Roman" panose="02020603050405020304" pitchFamily="18" charset="0"/>
              </a:rPr>
              <a:t>Hybrid AI agent combines DRL, LLMs, and rules to defend cyber networks autonomously.</a:t>
            </a:r>
            <a:endParaRPr lang="en-US" sz="2200" dirty="0">
              <a:solidFill>
                <a:schemeClr val="tx1"/>
              </a:solidFill>
              <a:latin typeface="Times New Roman" panose="02020603050405020304" pitchFamily="18" charset="0"/>
              <a:ea typeface="PT Sans" pitchFamily="34" charset="-122"/>
              <a:cs typeface="Times New Roman" panose="02020603050405020304" pitchFamily="18" charset="0"/>
            </a:endParaRPr>
          </a:p>
          <a:p>
            <a:pPr marL="342900" lvl="1" indent="-342900">
              <a:lnSpc>
                <a:spcPts val="2000"/>
              </a:lnSpc>
              <a:buSzPct val="100000"/>
              <a:buFont typeface="Arial"/>
              <a:buChar char="•"/>
            </a:pPr>
            <a:r>
              <a:rPr lang="en-IN" sz="2200" dirty="0">
                <a:solidFill>
                  <a:schemeClr val="tx1"/>
                </a:solidFill>
                <a:latin typeface="Times New Roman" panose="02020603050405020304" pitchFamily="18" charset="0"/>
                <a:cs typeface="Times New Roman" panose="02020603050405020304" pitchFamily="18" charset="0"/>
              </a:rPr>
              <a:t>Tested in </a:t>
            </a:r>
            <a:r>
              <a:rPr lang="en-IN" sz="2200" dirty="0" err="1">
                <a:solidFill>
                  <a:schemeClr val="tx1"/>
                </a:solidFill>
                <a:latin typeface="Times New Roman" panose="02020603050405020304" pitchFamily="18" charset="0"/>
                <a:cs typeface="Times New Roman" panose="02020603050405020304" pitchFamily="18" charset="0"/>
              </a:rPr>
              <a:t>CybORG</a:t>
            </a:r>
            <a:r>
              <a:rPr lang="en-IN" sz="2200" dirty="0">
                <a:solidFill>
                  <a:schemeClr val="tx1"/>
                </a:solidFill>
                <a:latin typeface="Times New Roman" panose="02020603050405020304" pitchFamily="18" charset="0"/>
                <a:cs typeface="Times New Roman" panose="02020603050405020304" pitchFamily="18" charset="0"/>
              </a:rPr>
              <a:t>, the agent defends against red team strategies using monitoring and decoys.</a:t>
            </a:r>
          </a:p>
          <a:p>
            <a:pPr marL="342900" lvl="1" indent="-342900">
              <a:lnSpc>
                <a:spcPts val="2000"/>
              </a:lnSpc>
              <a:buSzPct val="100000"/>
              <a:buFont typeface="Arial"/>
              <a:buChar char="•"/>
            </a:pPr>
            <a:r>
              <a:rPr lang="en-IN" sz="2200" dirty="0">
                <a:solidFill>
                  <a:schemeClr val="tx1"/>
                </a:solidFill>
                <a:latin typeface="Times New Roman" panose="02020603050405020304" pitchFamily="18" charset="0"/>
                <a:cs typeface="Times New Roman" panose="02020603050405020304" pitchFamily="18" charset="0"/>
              </a:rPr>
              <a:t>Lacks real-world deployment; evaluation limited to simulated </a:t>
            </a:r>
            <a:r>
              <a:rPr lang="en-IN" sz="2200" dirty="0" err="1">
                <a:solidFill>
                  <a:schemeClr val="tx1"/>
                </a:solidFill>
                <a:latin typeface="Times New Roman" panose="02020603050405020304" pitchFamily="18" charset="0"/>
                <a:cs typeface="Times New Roman" panose="02020603050405020304" pitchFamily="18" charset="0"/>
              </a:rPr>
              <a:t>CybORG</a:t>
            </a:r>
            <a:r>
              <a:rPr lang="en-IN" sz="2200" dirty="0">
                <a:solidFill>
                  <a:schemeClr val="tx1"/>
                </a:solidFill>
                <a:latin typeface="Times New Roman" panose="02020603050405020304" pitchFamily="18" charset="0"/>
                <a:cs typeface="Times New Roman" panose="02020603050405020304" pitchFamily="18" charset="0"/>
              </a:rPr>
              <a:t> test environments only.</a:t>
            </a:r>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nSpc>
                <a:spcPts val="2000"/>
              </a:lnSpc>
              <a:buSzPct val="100000"/>
              <a:buChar char="•"/>
            </a:pPr>
            <a:endParaRPr lang="en-US" sz="2200" dirty="0">
              <a:solidFill>
                <a:schemeClr val="tx1"/>
              </a:solidFill>
              <a:latin typeface="Times New Roman" panose="02020603050405020304" pitchFamily="18" charset="0"/>
              <a:ea typeface="PT Sans" pitchFamily="34" charset="-122"/>
              <a:cs typeface="Times New Roman" panose="02020603050405020304" pitchFamily="18" charset="0"/>
            </a:endParaRPr>
          </a:p>
        </p:txBody>
      </p:sp>
      <p:sp>
        <p:nvSpPr>
          <p:cNvPr id="7" name="Rectangle: Rounded Corners 6">
            <a:extLst>
              <a:ext uri="{FF2B5EF4-FFF2-40B4-BE49-F238E27FC236}">
                <a16:creationId xmlns:a16="http://schemas.microsoft.com/office/drawing/2014/main" id="{DEB89E7F-A9FA-8662-8BF5-0E707D3EEFC4}"/>
              </a:ext>
            </a:extLst>
          </p:cNvPr>
          <p:cNvSpPr/>
          <p:nvPr/>
        </p:nvSpPr>
        <p:spPr>
          <a:xfrm>
            <a:off x="123806" y="3562440"/>
            <a:ext cx="9833007" cy="3011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nSpc>
                <a:spcPts val="2000"/>
              </a:lnSpc>
              <a:buSzPct val="100000"/>
            </a:pPr>
            <a:endParaRPr lang="en-US" sz="2200" dirty="0">
              <a:solidFill>
                <a:schemeClr val="tx1"/>
              </a:solidFill>
              <a:latin typeface="Times New Roman" panose="02020603050405020304" pitchFamily="18" charset="0"/>
              <a:ea typeface="PT Sans" pitchFamily="34" charset="-122"/>
              <a:cs typeface="Times New Roman" panose="02020603050405020304" pitchFamily="18" charset="0"/>
            </a:endParaRPr>
          </a:p>
          <a:p>
            <a:pPr lvl="1">
              <a:lnSpc>
                <a:spcPts val="2000"/>
              </a:lnSpc>
              <a:buSzPct val="100000"/>
            </a:pPr>
            <a:r>
              <a:rPr lang="en-IN" sz="2200" dirty="0">
                <a:solidFill>
                  <a:schemeClr val="tx1"/>
                </a:solidFill>
                <a:latin typeface="Times New Roman" panose="02020603050405020304" pitchFamily="18" charset="0"/>
                <a:ea typeface="PT Sans" pitchFamily="34" charset="-122"/>
                <a:cs typeface="Times New Roman" panose="02020603050405020304" pitchFamily="18" charset="0"/>
              </a:rPr>
              <a:t>“Game Theory Meets LLM and </a:t>
            </a:r>
            <a:r>
              <a:rPr lang="en-IN" sz="2200" dirty="0" err="1">
                <a:solidFill>
                  <a:schemeClr val="tx1"/>
                </a:solidFill>
                <a:latin typeface="Times New Roman" panose="02020603050405020304" pitchFamily="18" charset="0"/>
                <a:ea typeface="PT Sans" pitchFamily="34" charset="-122"/>
                <a:cs typeface="Times New Roman" panose="02020603050405020304" pitchFamily="18" charset="0"/>
              </a:rPr>
              <a:t>Agentic</a:t>
            </a:r>
            <a:r>
              <a:rPr lang="en-IN" sz="2200" dirty="0">
                <a:solidFill>
                  <a:schemeClr val="tx1"/>
                </a:solidFill>
                <a:latin typeface="Times New Roman" panose="02020603050405020304" pitchFamily="18" charset="0"/>
                <a:ea typeface="PT Sans" pitchFamily="34" charset="-122"/>
                <a:cs typeface="Times New Roman" panose="02020603050405020304" pitchFamily="18" charset="0"/>
              </a:rPr>
              <a:t> AI: Reimagining Cybersecurity for the Age of Intelligent Threats.”</a:t>
            </a:r>
            <a:endParaRPr lang="en-US" sz="2200" dirty="0">
              <a:solidFill>
                <a:schemeClr val="tx1"/>
              </a:solidFill>
              <a:latin typeface="Times New Roman" panose="02020603050405020304" pitchFamily="18" charset="0"/>
              <a:ea typeface="PT Sans" pitchFamily="34" charset="-122"/>
              <a:cs typeface="Times New Roman" panose="02020603050405020304" pitchFamily="18" charset="0"/>
            </a:endParaRPr>
          </a:p>
          <a:p>
            <a:pPr marL="342900" lvl="1" indent="-342900">
              <a:lnSpc>
                <a:spcPts val="2000"/>
              </a:lnSpc>
              <a:buSzPct val="100000"/>
              <a:buFont typeface="Arial"/>
              <a:buChar char="•"/>
            </a:pPr>
            <a:r>
              <a:rPr lang="en-IN" sz="2200" dirty="0">
                <a:solidFill>
                  <a:schemeClr val="tx1"/>
                </a:solidFill>
                <a:latin typeface="Times New Roman" panose="02020603050405020304" pitchFamily="18" charset="0"/>
                <a:ea typeface="PT Sans" pitchFamily="34" charset="-122"/>
                <a:cs typeface="Times New Roman" panose="02020603050405020304" pitchFamily="18" charset="0"/>
              </a:rPr>
              <a:t>Traditional cybersecurity methods are failing against advanced, AI-powered threats due to their reactive and static nature.</a:t>
            </a:r>
          </a:p>
          <a:p>
            <a:pPr marL="342900" lvl="1" indent="-342900">
              <a:lnSpc>
                <a:spcPts val="2000"/>
              </a:lnSpc>
              <a:buSzPct val="100000"/>
              <a:buFont typeface="Arial"/>
              <a:buChar char="•"/>
            </a:pPr>
            <a:r>
              <a:rPr lang="en-IN" sz="2200" dirty="0">
                <a:solidFill>
                  <a:schemeClr val="tx1"/>
                </a:solidFill>
                <a:latin typeface="Times New Roman" panose="02020603050405020304" pitchFamily="18" charset="0"/>
                <a:cs typeface="Times New Roman" panose="02020603050405020304" pitchFamily="18" charset="0"/>
              </a:rPr>
              <a:t>The research also explores how AI agents, working in multi-agent systems, can revolutionize game theory itself by creating more realistic models of bounded rationality and complex interactions, while also highlighting the critical need to address ethical considerations like accountability and bias in these autonomous systems.</a:t>
            </a:r>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nSpc>
                <a:spcPts val="2000"/>
              </a:lnSpc>
              <a:buSzPct val="100000"/>
              <a:buChar char="•"/>
            </a:pPr>
            <a:endParaRPr lang="en-US" sz="2200" dirty="0">
              <a:solidFill>
                <a:schemeClr val="tx1"/>
              </a:solidFill>
              <a:latin typeface="Times New Roman" panose="02020603050405020304" pitchFamily="18" charset="0"/>
              <a:ea typeface="PT Sans" pitchFamily="34" charset="-122"/>
              <a:cs typeface="Times New Roman" panose="02020603050405020304" pitchFamily="18" charset="0"/>
            </a:endParaRPr>
          </a:p>
        </p:txBody>
      </p:sp>
    </p:spTree>
    <p:extLst>
      <p:ext uri="{BB962C8B-B14F-4D97-AF65-F5344CB8AC3E}">
        <p14:creationId xmlns:p14="http://schemas.microsoft.com/office/powerpoint/2010/main" val="2084053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CD8C00E5-00E6-13C0-1CDD-93B8EFD481F0}"/>
            </a:ext>
          </a:extLst>
        </p:cNvPr>
        <p:cNvGrpSpPr/>
        <p:nvPr/>
      </p:nvGrpSpPr>
      <p:grpSpPr>
        <a:xfrm>
          <a:off x="0" y="0"/>
          <a:ext cx="0" cy="0"/>
          <a:chOff x="0" y="0"/>
          <a:chExt cx="0" cy="0"/>
        </a:xfrm>
      </p:grpSpPr>
      <p:sp>
        <p:nvSpPr>
          <p:cNvPr id="161" name="Google Shape;161;p20">
            <a:extLst>
              <a:ext uri="{FF2B5EF4-FFF2-40B4-BE49-F238E27FC236}">
                <a16:creationId xmlns:a16="http://schemas.microsoft.com/office/drawing/2014/main" id="{C8CA7FAB-6B50-F92F-324E-57F3ED549311}"/>
              </a:ext>
            </a:extLst>
          </p:cNvPr>
          <p:cNvSpPr txBox="1">
            <a:spLocks noGrp="1"/>
          </p:cNvSpPr>
          <p:nvPr>
            <p:ph type="title"/>
          </p:nvPr>
        </p:nvSpPr>
        <p:spPr>
          <a:xfrm>
            <a:off x="181705" y="185531"/>
            <a:ext cx="6997800" cy="914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Limitations in Existing Systems:</a:t>
            </a:r>
            <a:endParaRPr dirty="0"/>
          </a:p>
        </p:txBody>
      </p:sp>
      <p:sp>
        <p:nvSpPr>
          <p:cNvPr id="162" name="Google Shape;162;p20">
            <a:extLst>
              <a:ext uri="{FF2B5EF4-FFF2-40B4-BE49-F238E27FC236}">
                <a16:creationId xmlns:a16="http://schemas.microsoft.com/office/drawing/2014/main" id="{651B6767-B74E-A4EE-B231-4EE1C6271DDF}"/>
              </a:ext>
            </a:extLst>
          </p:cNvPr>
          <p:cNvSpPr/>
          <p:nvPr/>
        </p:nvSpPr>
        <p:spPr>
          <a:xfrm>
            <a:off x="181705" y="1549435"/>
            <a:ext cx="9717214" cy="2850287"/>
          </a:xfrm>
          <a:prstGeom prst="roundRect">
            <a:avLst>
              <a:gd name="adj" fmla="val 16667"/>
            </a:avLst>
          </a:prstGeom>
          <a:solidFill>
            <a:schemeClr val="accent1"/>
          </a:solidFill>
          <a:ln w="25400" cap="flat"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342900" lvl="1" indent="-215900">
              <a:buSzPts val="2000"/>
            </a:pPr>
            <a:endParaRPr lang="en-US" sz="2200" dirty="0">
              <a:solidFill>
                <a:schemeClr val="dk1"/>
              </a:solidFill>
              <a:latin typeface="Times New Roman" panose="02020603050405020304" pitchFamily="18" charset="0"/>
              <a:cs typeface="Times New Roman" panose="02020603050405020304" pitchFamily="18" charset="0"/>
            </a:endParaRPr>
          </a:p>
          <a:p>
            <a:pPr marL="342900" lvl="1" indent="-342900">
              <a:buSzPts val="2000"/>
              <a:buFont typeface="Arial"/>
              <a:buChar char="•"/>
            </a:pPr>
            <a:r>
              <a:rPr lang="en-US" sz="2200" dirty="0">
                <a:solidFill>
                  <a:schemeClr val="dk1"/>
                </a:solidFill>
                <a:latin typeface="Times New Roman" panose="02020603050405020304" pitchFamily="18" charset="0"/>
                <a:cs typeface="Times New Roman" panose="02020603050405020304" pitchFamily="18" charset="0"/>
              </a:rPr>
              <a:t>Reactive systems that respond only after an attack.</a:t>
            </a:r>
            <a:endParaRPr lang="en-US" sz="2200" dirty="0">
              <a:latin typeface="Times New Roman" panose="02020603050405020304" pitchFamily="18" charset="0"/>
              <a:cs typeface="Times New Roman" panose="02020603050405020304" pitchFamily="18" charset="0"/>
            </a:endParaRPr>
          </a:p>
          <a:p>
            <a:pPr marL="342900" lvl="1" indent="-342900">
              <a:buSzPts val="2000"/>
              <a:buFont typeface="Arial"/>
              <a:buChar char="•"/>
            </a:pPr>
            <a:r>
              <a:rPr lang="en-US" sz="2200" dirty="0">
                <a:solidFill>
                  <a:schemeClr val="dk1"/>
                </a:solidFill>
                <a:latin typeface="Times New Roman" panose="02020603050405020304" pitchFamily="18" charset="0"/>
                <a:cs typeface="Times New Roman" panose="02020603050405020304" pitchFamily="18" charset="0"/>
              </a:rPr>
              <a:t>Limited protection against unknown zero-day vulnerabilities.</a:t>
            </a:r>
            <a:endParaRPr lang="en-US" sz="2200" dirty="0">
              <a:latin typeface="Times New Roman" panose="02020603050405020304" pitchFamily="18" charset="0"/>
              <a:cs typeface="Times New Roman" panose="02020603050405020304" pitchFamily="18" charset="0"/>
            </a:endParaRPr>
          </a:p>
          <a:p>
            <a:pPr marL="342900" lvl="1" indent="-342900">
              <a:buSzPts val="2000"/>
              <a:buFont typeface="Arial"/>
              <a:buChar char="•"/>
            </a:pPr>
            <a:r>
              <a:rPr lang="en-US" sz="2200" dirty="0">
                <a:solidFill>
                  <a:schemeClr val="dk1"/>
                </a:solidFill>
                <a:latin typeface="Times New Roman" panose="02020603050405020304" pitchFamily="18" charset="0"/>
                <a:cs typeface="Times New Roman" panose="02020603050405020304" pitchFamily="18" charset="0"/>
              </a:rPr>
              <a:t>Heavy reliance on human intervention, leading to alert fatigue and slower response times.</a:t>
            </a:r>
          </a:p>
          <a:p>
            <a:pPr marL="342900" lvl="1" indent="-342900">
              <a:buSzPts val="2000"/>
              <a:buFont typeface="Arial"/>
              <a:buChar char="•"/>
            </a:pPr>
            <a:r>
              <a:rPr lang="en-US" sz="2200" dirty="0">
                <a:solidFill>
                  <a:schemeClr val="dk1"/>
                </a:solidFill>
                <a:latin typeface="Times New Roman" panose="02020603050405020304" pitchFamily="18" charset="0"/>
                <a:cs typeface="Times New Roman" panose="02020603050405020304" pitchFamily="18" charset="0"/>
              </a:rPr>
              <a:t>Inability to adapt quickly to novel attack vectors</a:t>
            </a:r>
          </a:p>
          <a:p>
            <a:pPr marL="342900" lvl="1" indent="-342900">
              <a:buSzPts val="2000"/>
              <a:buFont typeface="Arial"/>
              <a:buChar char="•"/>
            </a:pPr>
            <a:endParaRPr lang="en-US" sz="2200"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9109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0"/>
          <p:cNvSpPr txBox="1">
            <a:spLocks noGrp="1"/>
          </p:cNvSpPr>
          <p:nvPr>
            <p:ph type="title"/>
          </p:nvPr>
        </p:nvSpPr>
        <p:spPr>
          <a:xfrm>
            <a:off x="181705" y="265044"/>
            <a:ext cx="6997800" cy="62285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 Problem statement </a:t>
            </a:r>
            <a:endParaRPr dirty="0"/>
          </a:p>
        </p:txBody>
      </p:sp>
      <p:sp>
        <p:nvSpPr>
          <p:cNvPr id="162" name="Google Shape;162;p20"/>
          <p:cNvSpPr/>
          <p:nvPr/>
        </p:nvSpPr>
        <p:spPr>
          <a:xfrm>
            <a:off x="181705" y="1231383"/>
            <a:ext cx="9717214" cy="3234600"/>
          </a:xfrm>
          <a:prstGeom prst="roundRect">
            <a:avLst>
              <a:gd name="adj" fmla="val 16667"/>
            </a:avLst>
          </a:prstGeom>
          <a:solidFill>
            <a:schemeClr val="accent1"/>
          </a:solidFill>
          <a:ln w="25400" cap="flat"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127000" algn="l" rtl="0">
              <a:lnSpc>
                <a:spcPct val="100000"/>
              </a:lnSpc>
              <a:spcBef>
                <a:spcPts val="0"/>
              </a:spcBef>
              <a:spcAft>
                <a:spcPts val="0"/>
              </a:spcAft>
              <a:buClr>
                <a:srgbClr val="000000"/>
              </a:buClr>
              <a:buSzPts val="2000"/>
              <a:buFont typeface="Arial"/>
              <a:buChar char="•"/>
            </a:pPr>
            <a:r>
              <a:rPr lang="en-US" sz="2200" b="0" i="0" u="none" strike="noStrike" cap="none" dirty="0">
                <a:solidFill>
                  <a:srgbClr val="000000"/>
                </a:solidFill>
                <a:latin typeface="Times New Roman" panose="02020603050405020304" pitchFamily="18" charset="0"/>
                <a:cs typeface="Times New Roman" panose="02020603050405020304" pitchFamily="18" charset="0"/>
                <a:sym typeface="Arial"/>
              </a:rPr>
              <a:t>How can we defend against AI-powered, zero-day cyber threats without relying on static rules?</a:t>
            </a:r>
            <a:endParaRPr sz="2200" dirty="0">
              <a:latin typeface="Times New Roman" panose="02020603050405020304" pitchFamily="18" charset="0"/>
              <a:cs typeface="Times New Roman" panose="02020603050405020304" pitchFamily="18" charset="0"/>
            </a:endParaRPr>
          </a:p>
          <a:p>
            <a:pPr marL="0" marR="0" lvl="0" indent="-127000" algn="l" rtl="0">
              <a:lnSpc>
                <a:spcPct val="100000"/>
              </a:lnSpc>
              <a:spcBef>
                <a:spcPts val="0"/>
              </a:spcBef>
              <a:spcAft>
                <a:spcPts val="0"/>
              </a:spcAft>
              <a:buClr>
                <a:srgbClr val="000000"/>
              </a:buClr>
              <a:buSzPts val="2000"/>
              <a:buFont typeface="Arial"/>
              <a:buChar char="•"/>
            </a:pPr>
            <a:r>
              <a:rPr lang="en-US" sz="2200" b="0" i="0" u="none" strike="noStrike" cap="none" dirty="0">
                <a:solidFill>
                  <a:srgbClr val="000000"/>
                </a:solidFill>
                <a:latin typeface="Times New Roman" panose="02020603050405020304" pitchFamily="18" charset="0"/>
                <a:cs typeface="Times New Roman" panose="02020603050405020304" pitchFamily="18" charset="0"/>
                <a:sym typeface="Arial"/>
              </a:rPr>
              <a:t>Can we build a system that simulates attacker behavior and reasons in real time?</a:t>
            </a:r>
            <a:endParaRPr sz="2200" dirty="0">
              <a:latin typeface="Times New Roman" panose="02020603050405020304" pitchFamily="18" charset="0"/>
              <a:cs typeface="Times New Roman" panose="02020603050405020304" pitchFamily="18" charset="0"/>
            </a:endParaRPr>
          </a:p>
          <a:p>
            <a:pPr marL="0" marR="0" lvl="0" indent="-127000" algn="l" rtl="0">
              <a:lnSpc>
                <a:spcPct val="100000"/>
              </a:lnSpc>
              <a:spcBef>
                <a:spcPts val="0"/>
              </a:spcBef>
              <a:spcAft>
                <a:spcPts val="0"/>
              </a:spcAft>
              <a:buClr>
                <a:srgbClr val="000000"/>
              </a:buClr>
              <a:buSzPts val="2000"/>
              <a:buFont typeface="Arial"/>
              <a:buChar char="•"/>
            </a:pPr>
            <a:r>
              <a:rPr lang="en-US" sz="2200" b="0" i="0" u="none" strike="noStrike" cap="none" dirty="0">
                <a:solidFill>
                  <a:srgbClr val="000000"/>
                </a:solidFill>
                <a:latin typeface="Times New Roman" panose="02020603050405020304" pitchFamily="18" charset="0"/>
                <a:cs typeface="Times New Roman" panose="02020603050405020304" pitchFamily="18" charset="0"/>
                <a:sym typeface="Arial"/>
              </a:rPr>
              <a:t>What if cyber defense could learn, adapt, and evolve like a living system?</a:t>
            </a:r>
            <a:endParaRPr sz="2200" dirty="0">
              <a:latin typeface="Times New Roman" panose="02020603050405020304" pitchFamily="18" charset="0"/>
              <a:cs typeface="Times New Roman" panose="02020603050405020304" pitchFamily="18" charset="0"/>
            </a:endParaRPr>
          </a:p>
          <a:p>
            <a:pPr marL="0" marR="0" lvl="0" indent="-127000" algn="l" rtl="0">
              <a:lnSpc>
                <a:spcPct val="100000"/>
              </a:lnSpc>
              <a:spcBef>
                <a:spcPts val="0"/>
              </a:spcBef>
              <a:spcAft>
                <a:spcPts val="0"/>
              </a:spcAft>
              <a:buClr>
                <a:srgbClr val="000000"/>
              </a:buClr>
              <a:buSzPts val="2000"/>
              <a:buFont typeface="Arial"/>
              <a:buChar char="•"/>
            </a:pPr>
            <a:r>
              <a:rPr lang="en-US" sz="2200" b="0" i="0" u="none" strike="noStrike" cap="none" dirty="0">
                <a:solidFill>
                  <a:srgbClr val="000000"/>
                </a:solidFill>
                <a:latin typeface="Times New Roman" panose="02020603050405020304" pitchFamily="18" charset="0"/>
                <a:cs typeface="Times New Roman" panose="02020603050405020304" pitchFamily="18" charset="0"/>
                <a:sym typeface="Arial"/>
              </a:rPr>
              <a:t>Can we create an autonomous, plug-and-play AI shield for any digital platform?</a:t>
            </a:r>
            <a:endParaRPr sz="2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endParaRPr sz="22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9"/>
        <p:cNvGrpSpPr/>
        <p:nvPr/>
      </p:nvGrpSpPr>
      <p:grpSpPr>
        <a:xfrm>
          <a:off x="0" y="0"/>
          <a:ext cx="0" cy="0"/>
          <a:chOff x="0" y="0"/>
          <a:chExt cx="0" cy="0"/>
        </a:xfrm>
      </p:grpSpPr>
      <p:pic>
        <p:nvPicPr>
          <p:cNvPr id="190" name="Google Shape;190;p21" descr="A diagram of a flowchart&#10;&#10;AI-generated content may be incorrect."/>
          <p:cNvPicPr preferRelativeResize="0"/>
          <p:nvPr/>
        </p:nvPicPr>
        <p:blipFill rotWithShape="1">
          <a:blip r:embed="rId3">
            <a:alphaModFix/>
          </a:blip>
          <a:srcRect/>
          <a:stretch/>
        </p:blipFill>
        <p:spPr>
          <a:xfrm>
            <a:off x="-1" y="-15934"/>
            <a:ext cx="10125061" cy="7693991"/>
          </a:xfrm>
          <a:prstGeom prst="rect">
            <a:avLst/>
          </a:prstGeom>
          <a:solidFill>
            <a:schemeClr val="lt1"/>
          </a:solidFill>
          <a:ln w="9525" cap="flat" cmpd="sng">
            <a:solidFill>
              <a:schemeClr val="lt1"/>
            </a:solidFill>
            <a:prstDash val="solid"/>
            <a:round/>
            <a:headEnd type="none" w="sm" len="sm"/>
            <a:tailEnd type="none" w="sm" len="sm"/>
          </a:ln>
        </p:spPr>
      </p:pic>
      <p:sp>
        <p:nvSpPr>
          <p:cNvPr id="191" name="Google Shape;191;p21"/>
          <p:cNvSpPr txBox="1"/>
          <p:nvPr/>
        </p:nvSpPr>
        <p:spPr>
          <a:xfrm>
            <a:off x="212951" y="-409575"/>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dirty="0">
                <a:solidFill>
                  <a:srgbClr val="000000"/>
                </a:solidFill>
                <a:latin typeface="Times New Roman"/>
                <a:ea typeface="Times New Roman"/>
                <a:cs typeface="Times New Roman"/>
                <a:sym typeface="Times New Roman"/>
              </a:rPr>
              <a:t>Proposed Solution:</a:t>
            </a:r>
            <a:endParaRPr sz="1400" b="0" i="0" u="none" strike="noStrike" cap="none" dirty="0">
              <a:solidFill>
                <a:srgbClr val="000000"/>
              </a:solidFill>
              <a:latin typeface="Arial"/>
              <a:ea typeface="Arial"/>
              <a:cs typeface="Arial"/>
              <a:sym typeface="Arial"/>
            </a:endParaRPr>
          </a:p>
        </p:txBody>
      </p:sp>
      <p:sp>
        <p:nvSpPr>
          <p:cNvPr id="192" name="Google Shape;192;p21"/>
          <p:cNvSpPr/>
          <p:nvPr/>
        </p:nvSpPr>
        <p:spPr>
          <a:xfrm>
            <a:off x="6454588" y="3259567"/>
            <a:ext cx="2097741" cy="677732"/>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3" name="Google Shape;193;p21"/>
          <p:cNvSpPr/>
          <p:nvPr/>
        </p:nvSpPr>
        <p:spPr>
          <a:xfrm>
            <a:off x="5981252" y="2796988"/>
            <a:ext cx="473336" cy="258184"/>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94" name="Google Shape;194;p21"/>
          <p:cNvCxnSpPr/>
          <p:nvPr/>
        </p:nvCxnSpPr>
        <p:spPr>
          <a:xfrm>
            <a:off x="5787614" y="2033195"/>
            <a:ext cx="193638" cy="322730"/>
          </a:xfrm>
          <a:prstGeom prst="straightConnector1">
            <a:avLst/>
          </a:prstGeom>
          <a:noFill/>
          <a:ln w="9525" cap="flat" cmpd="sng">
            <a:solidFill>
              <a:schemeClr val="lt1"/>
            </a:solidFill>
            <a:prstDash val="solid"/>
            <a:round/>
            <a:headEnd type="none" w="sm" len="sm"/>
            <a:tailEnd type="none" w="sm" len="sm"/>
          </a:ln>
        </p:spPr>
      </p:cxnSp>
      <p:sp>
        <p:nvSpPr>
          <p:cNvPr id="195" name="Google Shape;195;p21"/>
          <p:cNvSpPr/>
          <p:nvPr/>
        </p:nvSpPr>
        <p:spPr>
          <a:xfrm>
            <a:off x="6454588" y="2452744"/>
            <a:ext cx="2095941" cy="805743"/>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6"/>
        <p:cNvGrpSpPr/>
        <p:nvPr/>
      </p:nvGrpSpPr>
      <p:grpSpPr>
        <a:xfrm>
          <a:off x="0" y="0"/>
          <a:ext cx="0" cy="0"/>
          <a:chOff x="0" y="0"/>
          <a:chExt cx="0" cy="0"/>
        </a:xfrm>
      </p:grpSpPr>
      <p:sp>
        <p:nvSpPr>
          <p:cNvPr id="247" name="Google Shape;247;p29"/>
          <p:cNvSpPr txBox="1"/>
          <p:nvPr/>
        </p:nvSpPr>
        <p:spPr>
          <a:xfrm>
            <a:off x="233941" y="-206413"/>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dirty="0">
                <a:latin typeface="Times New Roman"/>
                <a:ea typeface="Times New Roman"/>
                <a:cs typeface="Times New Roman"/>
                <a:sym typeface="Times New Roman"/>
              </a:rPr>
              <a:t>E</a:t>
            </a:r>
            <a:r>
              <a:rPr lang="en-US" sz="3600" b="1" i="0" u="none" strike="noStrike" cap="none" dirty="0">
                <a:solidFill>
                  <a:srgbClr val="000000"/>
                </a:solidFill>
                <a:latin typeface="Times New Roman"/>
                <a:ea typeface="Times New Roman"/>
                <a:cs typeface="Times New Roman"/>
                <a:sym typeface="Times New Roman"/>
              </a:rPr>
              <a:t>xperimental Setup:</a:t>
            </a:r>
            <a:endParaRPr sz="1400" b="0" i="0" u="none" strike="noStrike" cap="none" dirty="0">
              <a:solidFill>
                <a:srgbClr val="000000"/>
              </a:solidFill>
              <a:latin typeface="Arial"/>
              <a:ea typeface="Arial"/>
              <a:cs typeface="Arial"/>
              <a:sym typeface="Arial"/>
            </a:endParaRPr>
          </a:p>
        </p:txBody>
      </p:sp>
      <p:pic>
        <p:nvPicPr>
          <p:cNvPr id="248" name="Google Shape;248;p29" descr="preencoded.png"/>
          <p:cNvPicPr preferRelativeResize="0"/>
          <p:nvPr/>
        </p:nvPicPr>
        <p:blipFill rotWithShape="1">
          <a:blip r:embed="rId3">
            <a:alphaModFix/>
          </a:blip>
          <a:srcRect/>
          <a:stretch/>
        </p:blipFill>
        <p:spPr>
          <a:xfrm>
            <a:off x="337870" y="922279"/>
            <a:ext cx="760637" cy="760637"/>
          </a:xfrm>
          <a:prstGeom prst="rect">
            <a:avLst/>
          </a:prstGeom>
          <a:noFill/>
          <a:ln>
            <a:noFill/>
          </a:ln>
        </p:spPr>
      </p:pic>
      <p:sp>
        <p:nvSpPr>
          <p:cNvPr id="249" name="Google Shape;249;p29"/>
          <p:cNvSpPr/>
          <p:nvPr/>
        </p:nvSpPr>
        <p:spPr>
          <a:xfrm>
            <a:off x="161709" y="1623725"/>
            <a:ext cx="1200000" cy="213600"/>
          </a:xfrm>
          <a:prstGeom prst="rect">
            <a:avLst/>
          </a:prstGeom>
          <a:noFill/>
          <a:ln>
            <a:noFill/>
          </a:ln>
        </p:spPr>
        <p:txBody>
          <a:bodyPr spcFirstLastPara="1" wrap="square" lIns="0" tIns="0" rIns="0" bIns="0" anchor="t" anchorCtr="0">
            <a:noAutofit/>
          </a:bodyPr>
          <a:lstStyle/>
          <a:p>
            <a:pPr marL="0" marR="0" lvl="0" indent="0" algn="l" rtl="0">
              <a:lnSpc>
                <a:spcPct val="91666"/>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Front</a:t>
            </a:r>
            <a:r>
              <a:rPr lang="en-US" sz="1800">
                <a:solidFill>
                  <a:schemeClr val="dk1"/>
                </a:solidFill>
              </a:rPr>
              <a:t>end</a:t>
            </a:r>
            <a:endParaRPr sz="1800" b="0" i="0" u="none" strike="noStrike" cap="none">
              <a:solidFill>
                <a:schemeClr val="dk1"/>
              </a:solidFill>
              <a:latin typeface="Arial"/>
              <a:ea typeface="Arial"/>
              <a:cs typeface="Arial"/>
              <a:sym typeface="Arial"/>
            </a:endParaRPr>
          </a:p>
        </p:txBody>
      </p:sp>
      <p:sp>
        <p:nvSpPr>
          <p:cNvPr id="250" name="Google Shape;250;p29"/>
          <p:cNvSpPr/>
          <p:nvPr/>
        </p:nvSpPr>
        <p:spPr>
          <a:xfrm>
            <a:off x="12" y="1918157"/>
            <a:ext cx="1576800" cy="23250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Next.js</a:t>
            </a:r>
            <a:endParaRPr sz="1600" b="0" i="0" u="none" strike="noStrike" cap="none">
              <a:solidFill>
                <a:schemeClr val="dk1"/>
              </a:solidFill>
              <a:latin typeface="Arial"/>
              <a:ea typeface="Arial"/>
              <a:cs typeface="Arial"/>
              <a:sym typeface="Arial"/>
            </a:endParaRPr>
          </a:p>
        </p:txBody>
      </p:sp>
      <p:pic>
        <p:nvPicPr>
          <p:cNvPr id="251" name="Google Shape;251;p29" descr="preencoded.png"/>
          <p:cNvPicPr preferRelativeResize="0"/>
          <p:nvPr/>
        </p:nvPicPr>
        <p:blipFill rotWithShape="1">
          <a:blip r:embed="rId4">
            <a:alphaModFix/>
          </a:blip>
          <a:srcRect/>
          <a:stretch/>
        </p:blipFill>
        <p:spPr>
          <a:xfrm>
            <a:off x="2092776" y="963567"/>
            <a:ext cx="498024" cy="498024"/>
          </a:xfrm>
          <a:prstGeom prst="rect">
            <a:avLst/>
          </a:prstGeom>
          <a:noFill/>
          <a:ln>
            <a:noFill/>
          </a:ln>
        </p:spPr>
      </p:pic>
      <p:sp>
        <p:nvSpPr>
          <p:cNvPr id="252" name="Google Shape;252;p29"/>
          <p:cNvSpPr/>
          <p:nvPr/>
        </p:nvSpPr>
        <p:spPr>
          <a:xfrm>
            <a:off x="2092774" y="1602850"/>
            <a:ext cx="1458600" cy="253800"/>
          </a:xfrm>
          <a:prstGeom prst="rect">
            <a:avLst/>
          </a:prstGeom>
          <a:noFill/>
          <a:ln>
            <a:noFill/>
          </a:ln>
        </p:spPr>
        <p:txBody>
          <a:bodyPr spcFirstLastPara="1" wrap="square" lIns="0" tIns="0" rIns="0" bIns="0" anchor="t" anchorCtr="0">
            <a:noAutofit/>
          </a:bodyPr>
          <a:lstStyle/>
          <a:p>
            <a:pPr marL="0" marR="0" lvl="0" indent="0" algn="l" rtl="0">
              <a:lnSpc>
                <a:spcPct val="91666"/>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Backend</a:t>
            </a:r>
            <a:endParaRPr sz="1800" b="0" i="0" u="none" strike="noStrike" cap="none">
              <a:solidFill>
                <a:schemeClr val="dk1"/>
              </a:solidFill>
              <a:latin typeface="Arial"/>
              <a:ea typeface="Arial"/>
              <a:cs typeface="Arial"/>
              <a:sym typeface="Arial"/>
            </a:endParaRPr>
          </a:p>
        </p:txBody>
      </p:sp>
      <p:sp>
        <p:nvSpPr>
          <p:cNvPr id="253" name="Google Shape;253;p29"/>
          <p:cNvSpPr/>
          <p:nvPr/>
        </p:nvSpPr>
        <p:spPr>
          <a:xfrm>
            <a:off x="1703167" y="1896259"/>
            <a:ext cx="2137200" cy="27630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Flask</a:t>
            </a:r>
            <a:endParaRPr sz="1600" b="0" i="0" u="none" strike="noStrike" cap="none">
              <a:solidFill>
                <a:schemeClr val="dk1"/>
              </a:solidFill>
              <a:latin typeface="Arial"/>
              <a:ea typeface="Arial"/>
              <a:cs typeface="Arial"/>
              <a:sym typeface="Arial"/>
            </a:endParaRPr>
          </a:p>
        </p:txBody>
      </p:sp>
      <p:pic>
        <p:nvPicPr>
          <p:cNvPr id="254" name="Google Shape;254;p29" descr="preencoded.png"/>
          <p:cNvPicPr preferRelativeResize="0"/>
          <p:nvPr/>
        </p:nvPicPr>
        <p:blipFill rotWithShape="1">
          <a:blip r:embed="rId5">
            <a:alphaModFix/>
          </a:blip>
          <a:srcRect/>
          <a:stretch/>
        </p:blipFill>
        <p:spPr>
          <a:xfrm>
            <a:off x="3715024" y="788940"/>
            <a:ext cx="698382" cy="698382"/>
          </a:xfrm>
          <a:prstGeom prst="rect">
            <a:avLst/>
          </a:prstGeom>
          <a:noFill/>
          <a:ln>
            <a:noFill/>
          </a:ln>
        </p:spPr>
      </p:pic>
      <p:sp>
        <p:nvSpPr>
          <p:cNvPr id="255" name="Google Shape;255;p29"/>
          <p:cNvSpPr/>
          <p:nvPr/>
        </p:nvSpPr>
        <p:spPr>
          <a:xfrm>
            <a:off x="3744476" y="1629114"/>
            <a:ext cx="1708309" cy="213479"/>
          </a:xfrm>
          <a:prstGeom prst="rect">
            <a:avLst/>
          </a:prstGeom>
          <a:noFill/>
          <a:ln>
            <a:noFill/>
          </a:ln>
        </p:spPr>
        <p:txBody>
          <a:bodyPr spcFirstLastPara="1" wrap="square" lIns="0" tIns="0" rIns="0" bIns="0" anchor="t" anchorCtr="0">
            <a:noAutofit/>
          </a:bodyPr>
          <a:lstStyle/>
          <a:p>
            <a:pPr marL="0" marR="0" lvl="0" indent="0" algn="l" rtl="0">
              <a:lnSpc>
                <a:spcPct val="91666"/>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Agent Logic</a:t>
            </a:r>
            <a:endParaRPr sz="1800" b="0" i="0" u="none" strike="noStrike" cap="none">
              <a:solidFill>
                <a:schemeClr val="dk1"/>
              </a:solidFill>
              <a:latin typeface="Arial"/>
              <a:ea typeface="Arial"/>
              <a:cs typeface="Arial"/>
              <a:sym typeface="Arial"/>
            </a:endParaRPr>
          </a:p>
        </p:txBody>
      </p:sp>
      <p:sp>
        <p:nvSpPr>
          <p:cNvPr id="256" name="Google Shape;256;p29"/>
          <p:cNvSpPr/>
          <p:nvPr/>
        </p:nvSpPr>
        <p:spPr>
          <a:xfrm>
            <a:off x="3744476" y="1929627"/>
            <a:ext cx="4368641" cy="23241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Python + LangGraph </a:t>
            </a:r>
            <a:endParaRPr/>
          </a:p>
        </p:txBody>
      </p:sp>
      <p:pic>
        <p:nvPicPr>
          <p:cNvPr id="257" name="Google Shape;257;p29" descr="preencoded.png"/>
          <p:cNvPicPr preferRelativeResize="0"/>
          <p:nvPr/>
        </p:nvPicPr>
        <p:blipFill rotWithShape="1">
          <a:blip r:embed="rId6">
            <a:alphaModFix/>
          </a:blip>
          <a:srcRect/>
          <a:stretch/>
        </p:blipFill>
        <p:spPr>
          <a:xfrm>
            <a:off x="5777669" y="817656"/>
            <a:ext cx="588427" cy="588427"/>
          </a:xfrm>
          <a:prstGeom prst="rect">
            <a:avLst/>
          </a:prstGeom>
          <a:noFill/>
          <a:ln>
            <a:noFill/>
          </a:ln>
        </p:spPr>
      </p:pic>
      <p:sp>
        <p:nvSpPr>
          <p:cNvPr id="258" name="Google Shape;258;p29"/>
          <p:cNvSpPr/>
          <p:nvPr/>
        </p:nvSpPr>
        <p:spPr>
          <a:xfrm>
            <a:off x="5818819" y="1599295"/>
            <a:ext cx="1708309" cy="213479"/>
          </a:xfrm>
          <a:prstGeom prst="rect">
            <a:avLst/>
          </a:prstGeom>
          <a:noFill/>
          <a:ln>
            <a:noFill/>
          </a:ln>
        </p:spPr>
        <p:txBody>
          <a:bodyPr spcFirstLastPara="1" wrap="square" lIns="0" tIns="0" rIns="0" bIns="0" anchor="t" anchorCtr="0">
            <a:noAutofit/>
          </a:bodyPr>
          <a:lstStyle/>
          <a:p>
            <a:pPr marL="0" marR="0" lvl="0" indent="0" algn="l" rtl="0">
              <a:lnSpc>
                <a:spcPct val="91666"/>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AI Models</a:t>
            </a:r>
            <a:endParaRPr sz="1800" b="0" i="0" u="none" strike="noStrike" cap="none">
              <a:solidFill>
                <a:schemeClr val="dk1"/>
              </a:solidFill>
              <a:latin typeface="Arial"/>
              <a:ea typeface="Arial"/>
              <a:cs typeface="Arial"/>
              <a:sym typeface="Arial"/>
            </a:endParaRPr>
          </a:p>
        </p:txBody>
      </p:sp>
      <p:sp>
        <p:nvSpPr>
          <p:cNvPr id="259" name="Google Shape;259;p29"/>
          <p:cNvSpPr/>
          <p:nvPr/>
        </p:nvSpPr>
        <p:spPr>
          <a:xfrm>
            <a:off x="5894469" y="1918149"/>
            <a:ext cx="4368600" cy="23250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a:solidFill>
                  <a:schemeClr val="dk1"/>
                </a:solidFill>
                <a:latin typeface="PT Sans"/>
                <a:ea typeface="PT Sans"/>
                <a:cs typeface="PT Sans"/>
                <a:sym typeface="PT Sans"/>
              </a:rPr>
              <a:t>vLLM with DeepSeek 70B</a:t>
            </a:r>
            <a:endParaRPr sz="1600" b="0" i="0" u="none" strike="noStrike" cap="none">
              <a:solidFill>
                <a:schemeClr val="dk1"/>
              </a:solidFill>
              <a:latin typeface="Arial"/>
              <a:ea typeface="Arial"/>
              <a:cs typeface="Arial"/>
              <a:sym typeface="Arial"/>
            </a:endParaRPr>
          </a:p>
        </p:txBody>
      </p:sp>
      <p:pic>
        <p:nvPicPr>
          <p:cNvPr id="260" name="Google Shape;260;p29" descr="preencoded.png"/>
          <p:cNvPicPr preferRelativeResize="0"/>
          <p:nvPr/>
        </p:nvPicPr>
        <p:blipFill rotWithShape="1">
          <a:blip r:embed="rId7">
            <a:alphaModFix/>
          </a:blip>
          <a:srcRect/>
          <a:stretch/>
        </p:blipFill>
        <p:spPr>
          <a:xfrm>
            <a:off x="293695" y="2526189"/>
            <a:ext cx="587522" cy="587522"/>
          </a:xfrm>
          <a:prstGeom prst="rect">
            <a:avLst/>
          </a:prstGeom>
          <a:noFill/>
          <a:ln>
            <a:noFill/>
          </a:ln>
        </p:spPr>
      </p:pic>
      <p:sp>
        <p:nvSpPr>
          <p:cNvPr id="261" name="Google Shape;261;p29"/>
          <p:cNvSpPr/>
          <p:nvPr/>
        </p:nvSpPr>
        <p:spPr>
          <a:xfrm>
            <a:off x="230385" y="3195709"/>
            <a:ext cx="1708309" cy="213479"/>
          </a:xfrm>
          <a:prstGeom prst="rect">
            <a:avLst/>
          </a:prstGeom>
          <a:noFill/>
          <a:ln>
            <a:noFill/>
          </a:ln>
        </p:spPr>
        <p:txBody>
          <a:bodyPr spcFirstLastPara="1" wrap="square" lIns="0" tIns="0" rIns="0" bIns="0" anchor="t" anchorCtr="0">
            <a:noAutofit/>
          </a:bodyPr>
          <a:lstStyle/>
          <a:p>
            <a:pPr marL="0" marR="0" lvl="0" indent="0" algn="l" rtl="0">
              <a:lnSpc>
                <a:spcPct val="91666"/>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Monitoring</a:t>
            </a:r>
            <a:endParaRPr sz="1800" b="0" i="0" u="none" strike="noStrike" cap="none">
              <a:solidFill>
                <a:schemeClr val="dk1"/>
              </a:solidFill>
              <a:latin typeface="Arial"/>
              <a:ea typeface="Arial"/>
              <a:cs typeface="Arial"/>
              <a:sym typeface="Arial"/>
            </a:endParaRPr>
          </a:p>
        </p:txBody>
      </p:sp>
      <p:sp>
        <p:nvSpPr>
          <p:cNvPr id="262" name="Google Shape;262;p29"/>
          <p:cNvSpPr/>
          <p:nvPr/>
        </p:nvSpPr>
        <p:spPr>
          <a:xfrm>
            <a:off x="216447" y="3461813"/>
            <a:ext cx="4368641" cy="23241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Suricata, ELK, </a:t>
            </a:r>
            <a:endParaRPr/>
          </a:p>
          <a:p>
            <a:pPr marL="0" marR="0" lvl="0" indent="0" algn="l" rtl="0">
              <a:lnSpc>
                <a:spcPct val="1125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Prometheus</a:t>
            </a:r>
            <a:endParaRPr sz="1600" b="0" i="0" u="none" strike="noStrike" cap="none">
              <a:solidFill>
                <a:schemeClr val="dk1"/>
              </a:solidFill>
              <a:latin typeface="Arial"/>
              <a:ea typeface="Arial"/>
              <a:cs typeface="Arial"/>
              <a:sym typeface="Arial"/>
            </a:endParaRPr>
          </a:p>
        </p:txBody>
      </p:sp>
      <p:pic>
        <p:nvPicPr>
          <p:cNvPr id="263" name="Google Shape;263;p29" descr="preencoded.png"/>
          <p:cNvPicPr preferRelativeResize="0"/>
          <p:nvPr/>
        </p:nvPicPr>
        <p:blipFill rotWithShape="1">
          <a:blip r:embed="rId8">
            <a:alphaModFix/>
          </a:blip>
          <a:srcRect/>
          <a:stretch/>
        </p:blipFill>
        <p:spPr>
          <a:xfrm>
            <a:off x="2227871" y="2483429"/>
            <a:ext cx="664770" cy="664770"/>
          </a:xfrm>
          <a:prstGeom prst="rect">
            <a:avLst/>
          </a:prstGeom>
          <a:noFill/>
          <a:ln>
            <a:noFill/>
          </a:ln>
        </p:spPr>
      </p:pic>
      <p:sp>
        <p:nvSpPr>
          <p:cNvPr id="264" name="Google Shape;264;p29"/>
          <p:cNvSpPr/>
          <p:nvPr/>
        </p:nvSpPr>
        <p:spPr>
          <a:xfrm>
            <a:off x="2023297" y="3216371"/>
            <a:ext cx="1708309" cy="213479"/>
          </a:xfrm>
          <a:prstGeom prst="rect">
            <a:avLst/>
          </a:prstGeom>
          <a:noFill/>
          <a:ln>
            <a:noFill/>
          </a:ln>
        </p:spPr>
        <p:txBody>
          <a:bodyPr spcFirstLastPara="1" wrap="square" lIns="0" tIns="0" rIns="0" bIns="0" anchor="t" anchorCtr="0">
            <a:noAutofit/>
          </a:bodyPr>
          <a:lstStyle/>
          <a:p>
            <a:pPr marL="0" marR="0" lvl="0" indent="0" algn="l" rtl="0">
              <a:lnSpc>
                <a:spcPct val="91666"/>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Storage</a:t>
            </a:r>
            <a:endParaRPr sz="1800" b="0" i="0" u="none" strike="noStrike" cap="none">
              <a:solidFill>
                <a:schemeClr val="dk1"/>
              </a:solidFill>
              <a:latin typeface="Arial"/>
              <a:ea typeface="Arial"/>
              <a:cs typeface="Arial"/>
              <a:sym typeface="Arial"/>
            </a:endParaRPr>
          </a:p>
        </p:txBody>
      </p:sp>
      <p:sp>
        <p:nvSpPr>
          <p:cNvPr id="265" name="Google Shape;265;p29"/>
          <p:cNvSpPr/>
          <p:nvPr/>
        </p:nvSpPr>
        <p:spPr>
          <a:xfrm>
            <a:off x="2023233" y="3459072"/>
            <a:ext cx="4368641" cy="23241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Redis, Pinecone, </a:t>
            </a:r>
            <a:endParaRPr/>
          </a:p>
          <a:p>
            <a:pPr marL="0" marR="0" lvl="0" indent="0" algn="l" rtl="0">
              <a:lnSpc>
                <a:spcPct val="1125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MongoDB</a:t>
            </a:r>
            <a:endParaRPr sz="1600" b="0" i="0" u="none" strike="noStrike" cap="none">
              <a:solidFill>
                <a:schemeClr val="dk1"/>
              </a:solidFill>
              <a:latin typeface="Arial"/>
              <a:ea typeface="Arial"/>
              <a:cs typeface="Arial"/>
              <a:sym typeface="Arial"/>
            </a:endParaRPr>
          </a:p>
        </p:txBody>
      </p:sp>
      <p:grpSp>
        <p:nvGrpSpPr>
          <p:cNvPr id="269" name="Google Shape;269;p29"/>
          <p:cNvGrpSpPr/>
          <p:nvPr/>
        </p:nvGrpSpPr>
        <p:grpSpPr>
          <a:xfrm>
            <a:off x="251959" y="4296702"/>
            <a:ext cx="4254600" cy="1440300"/>
            <a:chOff x="251959" y="4296702"/>
            <a:chExt cx="4254600" cy="1440300"/>
          </a:xfrm>
        </p:grpSpPr>
        <p:sp>
          <p:nvSpPr>
            <p:cNvPr id="270" name="Google Shape;270;p29"/>
            <p:cNvSpPr/>
            <p:nvPr/>
          </p:nvSpPr>
          <p:spPr>
            <a:xfrm>
              <a:off x="251959" y="4296702"/>
              <a:ext cx="4254600" cy="1440300"/>
            </a:xfrm>
            <a:prstGeom prst="roundRect">
              <a:avLst>
                <a:gd name="adj" fmla="val 15123"/>
              </a:avLst>
            </a:pr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1" name="Google Shape;271;p29" descr="preencoded.png"/>
            <p:cNvPicPr preferRelativeResize="0"/>
            <p:nvPr/>
          </p:nvPicPr>
          <p:blipFill rotWithShape="1">
            <a:blip r:embed="rId9">
              <a:alphaModFix/>
            </a:blip>
            <a:srcRect/>
            <a:stretch/>
          </p:blipFill>
          <p:spPr>
            <a:xfrm>
              <a:off x="293695" y="4464287"/>
              <a:ext cx="395651" cy="316434"/>
            </a:xfrm>
            <a:prstGeom prst="rect">
              <a:avLst/>
            </a:prstGeom>
            <a:noFill/>
            <a:ln>
              <a:noFill/>
            </a:ln>
          </p:spPr>
        </p:pic>
        <p:sp>
          <p:nvSpPr>
            <p:cNvPr id="272" name="Google Shape;272;p29"/>
            <p:cNvSpPr/>
            <p:nvPr/>
          </p:nvSpPr>
          <p:spPr>
            <a:xfrm>
              <a:off x="717702" y="4537950"/>
              <a:ext cx="3313200" cy="213600"/>
            </a:xfrm>
            <a:prstGeom prst="rect">
              <a:avLst/>
            </a:prstGeom>
            <a:noFill/>
            <a:ln>
              <a:noFill/>
            </a:ln>
          </p:spPr>
          <p:txBody>
            <a:bodyPr spcFirstLastPara="1" wrap="square" lIns="0" tIns="0" rIns="0" bIns="0" anchor="t" anchorCtr="0">
              <a:noAutofit/>
            </a:bodyPr>
            <a:lstStyle/>
            <a:p>
              <a:pPr marL="0" marR="0" lvl="0" indent="0" algn="l" rtl="0">
                <a:lnSpc>
                  <a:spcPct val="825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LLM Reasoning</a:t>
              </a:r>
              <a:endParaRPr sz="2000" b="1" i="0" u="none" strike="noStrike" cap="none">
                <a:solidFill>
                  <a:schemeClr val="dk1"/>
                </a:solidFill>
                <a:latin typeface="Arial"/>
                <a:ea typeface="Arial"/>
                <a:cs typeface="Arial"/>
                <a:sym typeface="Arial"/>
              </a:endParaRPr>
            </a:p>
          </p:txBody>
        </p:sp>
        <p:sp>
          <p:nvSpPr>
            <p:cNvPr id="273" name="Google Shape;273;p29"/>
            <p:cNvSpPr/>
            <p:nvPr/>
          </p:nvSpPr>
          <p:spPr>
            <a:xfrm>
              <a:off x="374466" y="4820638"/>
              <a:ext cx="3999672" cy="69723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Advanced language models enable complex threat analysis and decision-making, understanding nuanced attack patterns.</a:t>
              </a:r>
              <a:endParaRPr sz="1600" b="0" i="0" u="none" strike="noStrike" cap="none" dirty="0">
                <a:solidFill>
                  <a:schemeClr val="dk1"/>
                </a:solidFill>
                <a:latin typeface="Arial"/>
                <a:ea typeface="Arial"/>
                <a:cs typeface="Arial"/>
                <a:sym typeface="Arial"/>
              </a:endParaRPr>
            </a:p>
          </p:txBody>
        </p:sp>
      </p:grpSp>
      <p:grpSp>
        <p:nvGrpSpPr>
          <p:cNvPr id="274" name="Google Shape;274;p29"/>
          <p:cNvGrpSpPr/>
          <p:nvPr/>
        </p:nvGrpSpPr>
        <p:grpSpPr>
          <a:xfrm>
            <a:off x="5400579" y="4225929"/>
            <a:ext cx="4253032" cy="1581880"/>
            <a:chOff x="4848249" y="4684117"/>
            <a:chExt cx="4253032" cy="1440299"/>
          </a:xfrm>
        </p:grpSpPr>
        <p:sp>
          <p:nvSpPr>
            <p:cNvPr id="275" name="Google Shape;275;p29"/>
            <p:cNvSpPr/>
            <p:nvPr/>
          </p:nvSpPr>
          <p:spPr>
            <a:xfrm>
              <a:off x="4848249" y="4684117"/>
              <a:ext cx="4253032" cy="1440299"/>
            </a:xfrm>
            <a:prstGeom prst="roundRect">
              <a:avLst>
                <a:gd name="adj" fmla="val 15123"/>
              </a:avLst>
            </a:pr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6" name="Google Shape;276;p29" descr="preencoded.png"/>
            <p:cNvPicPr preferRelativeResize="0"/>
            <p:nvPr/>
          </p:nvPicPr>
          <p:blipFill rotWithShape="1">
            <a:blip r:embed="rId9">
              <a:alphaModFix/>
            </a:blip>
            <a:srcRect/>
            <a:stretch/>
          </p:blipFill>
          <p:spPr>
            <a:xfrm>
              <a:off x="4975689" y="4795366"/>
              <a:ext cx="367301" cy="293760"/>
            </a:xfrm>
            <a:prstGeom prst="rect">
              <a:avLst/>
            </a:prstGeom>
            <a:noFill/>
            <a:ln>
              <a:noFill/>
            </a:ln>
          </p:spPr>
        </p:pic>
        <p:sp>
          <p:nvSpPr>
            <p:cNvPr id="277" name="Google Shape;277;p29"/>
            <p:cNvSpPr/>
            <p:nvPr/>
          </p:nvSpPr>
          <p:spPr>
            <a:xfrm>
              <a:off x="5351986" y="4865439"/>
              <a:ext cx="3400800" cy="213600"/>
            </a:xfrm>
            <a:prstGeom prst="rect">
              <a:avLst/>
            </a:prstGeom>
            <a:noFill/>
            <a:ln>
              <a:noFill/>
            </a:ln>
          </p:spPr>
          <p:txBody>
            <a:bodyPr spcFirstLastPara="1" wrap="square" lIns="0" tIns="0" rIns="0" bIns="0" anchor="t" anchorCtr="0">
              <a:noAutofit/>
            </a:bodyPr>
            <a:lstStyle/>
            <a:p>
              <a:pPr marL="0" marR="0" lvl="0" indent="0" algn="l" rtl="0">
                <a:lnSpc>
                  <a:spcPct val="825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DRL Adaptability</a:t>
              </a:r>
              <a:endParaRPr sz="2000" b="1" i="0" u="none" strike="noStrike" cap="none">
                <a:solidFill>
                  <a:schemeClr val="dk1"/>
                </a:solidFill>
                <a:latin typeface="Arial"/>
                <a:ea typeface="Arial"/>
                <a:cs typeface="Arial"/>
                <a:sym typeface="Arial"/>
              </a:endParaRPr>
            </a:p>
          </p:txBody>
        </p:sp>
        <p:sp>
          <p:nvSpPr>
            <p:cNvPr id="278" name="Google Shape;278;p29"/>
            <p:cNvSpPr/>
            <p:nvPr/>
          </p:nvSpPr>
          <p:spPr>
            <a:xfrm>
              <a:off x="4993893" y="5224065"/>
              <a:ext cx="4107388" cy="69723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Deep Reinforcement Learning allows </a:t>
              </a:r>
              <a:r>
                <a:rPr lang="en-US" sz="1600" b="0" i="0" u="none" strike="noStrike" cap="none" dirty="0" err="1">
                  <a:solidFill>
                    <a:schemeClr val="dk1"/>
                  </a:solidFill>
                  <a:latin typeface="Arial"/>
                  <a:ea typeface="Arial"/>
                  <a:cs typeface="Arial"/>
                  <a:sym typeface="Arial"/>
                </a:rPr>
                <a:t>AegisMind</a:t>
              </a:r>
              <a:r>
                <a:rPr lang="en-US" sz="1600" b="0" i="0" u="none" strike="noStrike" cap="none" dirty="0">
                  <a:solidFill>
                    <a:schemeClr val="dk1"/>
                  </a:solidFill>
                  <a:latin typeface="Arial"/>
                  <a:ea typeface="Arial"/>
                  <a:cs typeface="Arial"/>
                  <a:sym typeface="Arial"/>
                </a:rPr>
                <a:t> to learn and adapt autonomously to evolving cyber threats in real-time.</a:t>
              </a:r>
              <a:endParaRPr sz="1600" b="0" i="0" u="none" strike="noStrike" cap="none" dirty="0">
                <a:solidFill>
                  <a:schemeClr val="dk1"/>
                </a:solidFill>
                <a:latin typeface="Arial"/>
                <a:ea typeface="Arial"/>
                <a:cs typeface="Arial"/>
                <a:sym typeface="Arial"/>
              </a:endParaRPr>
            </a:p>
          </p:txBody>
        </p:sp>
      </p:grpSp>
      <p:grpSp>
        <p:nvGrpSpPr>
          <p:cNvPr id="279" name="Google Shape;279;p29"/>
          <p:cNvGrpSpPr/>
          <p:nvPr/>
        </p:nvGrpSpPr>
        <p:grpSpPr>
          <a:xfrm>
            <a:off x="2472109" y="5861080"/>
            <a:ext cx="4253032" cy="1440299"/>
            <a:chOff x="508535" y="6086145"/>
            <a:chExt cx="4253032" cy="1440299"/>
          </a:xfrm>
        </p:grpSpPr>
        <p:sp>
          <p:nvSpPr>
            <p:cNvPr id="280" name="Google Shape;280;p29"/>
            <p:cNvSpPr/>
            <p:nvPr/>
          </p:nvSpPr>
          <p:spPr>
            <a:xfrm>
              <a:off x="508535" y="6086145"/>
              <a:ext cx="4253032" cy="1440299"/>
            </a:xfrm>
            <a:prstGeom prst="roundRect">
              <a:avLst>
                <a:gd name="adj" fmla="val 15123"/>
              </a:avLst>
            </a:pr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1" name="Google Shape;281;p29" descr="preencoded.png"/>
            <p:cNvPicPr preferRelativeResize="0"/>
            <p:nvPr/>
          </p:nvPicPr>
          <p:blipFill rotWithShape="1">
            <a:blip r:embed="rId9">
              <a:alphaModFix/>
            </a:blip>
            <a:srcRect/>
            <a:stretch/>
          </p:blipFill>
          <p:spPr>
            <a:xfrm>
              <a:off x="543194" y="6203939"/>
              <a:ext cx="425809" cy="340553"/>
            </a:xfrm>
            <a:prstGeom prst="rect">
              <a:avLst/>
            </a:prstGeom>
            <a:noFill/>
            <a:ln>
              <a:noFill/>
            </a:ln>
          </p:spPr>
        </p:pic>
        <p:sp>
          <p:nvSpPr>
            <p:cNvPr id="282" name="Google Shape;282;p29"/>
            <p:cNvSpPr/>
            <p:nvPr/>
          </p:nvSpPr>
          <p:spPr>
            <a:xfrm>
              <a:off x="1012289" y="6267465"/>
              <a:ext cx="2277000" cy="213600"/>
            </a:xfrm>
            <a:prstGeom prst="rect">
              <a:avLst/>
            </a:prstGeom>
            <a:noFill/>
            <a:ln>
              <a:noFill/>
            </a:ln>
          </p:spPr>
          <p:txBody>
            <a:bodyPr spcFirstLastPara="1" wrap="square" lIns="0" tIns="0" rIns="0" bIns="0" anchor="t" anchorCtr="0">
              <a:noAutofit/>
            </a:bodyPr>
            <a:lstStyle/>
            <a:p>
              <a:pPr marL="0" marR="0" lvl="0" indent="0" algn="l" rtl="0">
                <a:lnSpc>
                  <a:spcPct val="825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Vector Memory</a:t>
              </a:r>
              <a:endParaRPr sz="2000" b="1" i="0" u="none" strike="noStrike" cap="none">
                <a:solidFill>
                  <a:schemeClr val="dk1"/>
                </a:solidFill>
                <a:latin typeface="Arial"/>
                <a:ea typeface="Arial"/>
                <a:cs typeface="Arial"/>
                <a:sym typeface="Arial"/>
              </a:endParaRPr>
            </a:p>
          </p:txBody>
        </p:sp>
        <p:sp>
          <p:nvSpPr>
            <p:cNvPr id="283" name="Google Shape;283;p29"/>
            <p:cNvSpPr/>
            <p:nvPr/>
          </p:nvSpPr>
          <p:spPr>
            <a:xfrm>
              <a:off x="720463" y="6626093"/>
              <a:ext cx="3895967" cy="697230"/>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Utilizes vector databases for efficient long-term memory, enabling historical analysis and predictive threat intelligence.</a:t>
              </a:r>
              <a:endParaRPr sz="1600" b="0" i="0" u="none" strike="noStrike" cap="none" dirty="0">
                <a:solidFill>
                  <a:schemeClr val="dk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2"/>
          <p:cNvSpPr txBox="1">
            <a:spLocks noGrp="1"/>
          </p:cNvSpPr>
          <p:nvPr>
            <p:ph type="title"/>
          </p:nvPr>
        </p:nvSpPr>
        <p:spPr>
          <a:xfrm>
            <a:off x="671512" y="671512"/>
            <a:ext cx="6997800" cy="81304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solidFill>
                  <a:schemeClr val="dk1"/>
                </a:solidFill>
                <a:latin typeface="Times New Roman"/>
                <a:ea typeface="Times New Roman"/>
                <a:cs typeface="Times New Roman"/>
                <a:sym typeface="Times New Roman"/>
              </a:rPr>
              <a:t>Implementation</a:t>
            </a:r>
            <a:endParaRPr b="1">
              <a:solidFill>
                <a:schemeClr val="dk1"/>
              </a:solidFill>
              <a:latin typeface="Times New Roman"/>
              <a:ea typeface="Times New Roman"/>
              <a:cs typeface="Times New Roman"/>
              <a:sym typeface="Times New Roman"/>
            </a:endParaRPr>
          </a:p>
        </p:txBody>
      </p:sp>
      <p:sp>
        <p:nvSpPr>
          <p:cNvPr id="201" name="Google Shape;201;p22"/>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100"/>
              </a:spcBef>
              <a:spcAft>
                <a:spcPts val="0"/>
              </a:spcAft>
              <a:buSzPts val="1440"/>
              <a:buNone/>
            </a:pPr>
            <a:endParaRPr/>
          </a:p>
        </p:txBody>
      </p:sp>
      <p:pic>
        <p:nvPicPr>
          <p:cNvPr id="202" name="Google Shape;202;p22"/>
          <p:cNvPicPr preferRelativeResize="0"/>
          <p:nvPr/>
        </p:nvPicPr>
        <p:blipFill rotWithShape="1">
          <a:blip r:embed="rId3">
            <a:alphaModFix/>
          </a:blip>
          <a:srcRect/>
          <a:stretch/>
        </p:blipFill>
        <p:spPr>
          <a:xfrm>
            <a:off x="671512" y="1530589"/>
            <a:ext cx="8892036" cy="5357574"/>
          </a:xfrm>
          <a:prstGeom prst="rect">
            <a:avLst/>
          </a:prstGeom>
          <a:noFill/>
          <a:ln>
            <a:noFill/>
          </a:ln>
        </p:spPr>
      </p:pic>
      <p:sp>
        <p:nvSpPr>
          <p:cNvPr id="203" name="Google Shape;203;p22"/>
          <p:cNvSpPr txBox="1"/>
          <p:nvPr/>
        </p:nvSpPr>
        <p:spPr>
          <a:xfrm>
            <a:off x="3570698" y="6888163"/>
            <a:ext cx="309366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LOGIN AND SIGN UP PAGE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p23"/>
          <p:cNvPicPr preferRelativeResize="0"/>
          <p:nvPr/>
        </p:nvPicPr>
        <p:blipFill rotWithShape="1">
          <a:blip r:embed="rId3">
            <a:alphaModFix/>
          </a:blip>
          <a:srcRect/>
          <a:stretch/>
        </p:blipFill>
        <p:spPr>
          <a:xfrm>
            <a:off x="565131" y="1279644"/>
            <a:ext cx="8950362" cy="4591410"/>
          </a:xfrm>
          <a:prstGeom prst="rect">
            <a:avLst/>
          </a:prstGeom>
          <a:noFill/>
          <a:ln>
            <a:noFill/>
          </a:ln>
        </p:spPr>
      </p:pic>
      <p:sp>
        <p:nvSpPr>
          <p:cNvPr id="209" name="Google Shape;209;p23"/>
          <p:cNvSpPr txBox="1"/>
          <p:nvPr/>
        </p:nvSpPr>
        <p:spPr>
          <a:xfrm>
            <a:off x="3017875" y="5871054"/>
            <a:ext cx="512566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Dashboard with all details real time thread details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24"/>
          <p:cNvPicPr preferRelativeResize="0"/>
          <p:nvPr/>
        </p:nvPicPr>
        <p:blipFill rotWithShape="1">
          <a:blip r:embed="rId3">
            <a:alphaModFix/>
          </a:blip>
          <a:srcRect/>
          <a:stretch/>
        </p:blipFill>
        <p:spPr>
          <a:xfrm>
            <a:off x="516367" y="1405378"/>
            <a:ext cx="8832028" cy="4748919"/>
          </a:xfrm>
          <a:prstGeom prst="rect">
            <a:avLst/>
          </a:prstGeom>
          <a:noFill/>
          <a:ln>
            <a:noFill/>
          </a:ln>
        </p:spPr>
      </p:pic>
      <p:sp>
        <p:nvSpPr>
          <p:cNvPr id="215" name="Google Shape;215;p24"/>
          <p:cNvSpPr txBox="1"/>
          <p:nvPr/>
        </p:nvSpPr>
        <p:spPr>
          <a:xfrm>
            <a:off x="4335332" y="6154297"/>
            <a:ext cx="282926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All Security Event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5"/>
          <p:cNvSpPr txBox="1"/>
          <p:nvPr/>
        </p:nvSpPr>
        <p:spPr>
          <a:xfrm>
            <a:off x="4335332" y="6154297"/>
            <a:ext cx="282926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All the Analysed Thread</a:t>
            </a:r>
            <a:endParaRPr sz="1400" b="0" i="0" u="none" strike="noStrike" cap="none">
              <a:solidFill>
                <a:srgbClr val="000000"/>
              </a:solidFill>
              <a:latin typeface="Arial"/>
              <a:ea typeface="Arial"/>
              <a:cs typeface="Arial"/>
              <a:sym typeface="Arial"/>
            </a:endParaRPr>
          </a:p>
        </p:txBody>
      </p:sp>
      <p:pic>
        <p:nvPicPr>
          <p:cNvPr id="221" name="Google Shape;221;p25"/>
          <p:cNvPicPr preferRelativeResize="0"/>
          <p:nvPr/>
        </p:nvPicPr>
        <p:blipFill rotWithShape="1">
          <a:blip r:embed="rId3">
            <a:alphaModFix/>
          </a:blip>
          <a:srcRect/>
          <a:stretch/>
        </p:blipFill>
        <p:spPr>
          <a:xfrm>
            <a:off x="677732" y="1269403"/>
            <a:ext cx="8601093" cy="456124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6"/>
          <p:cNvSpPr txBox="1"/>
          <p:nvPr/>
        </p:nvSpPr>
        <p:spPr>
          <a:xfrm>
            <a:off x="4335332" y="6154297"/>
            <a:ext cx="282926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Detail Analysis</a:t>
            </a:r>
            <a:endParaRPr sz="1400" b="0" i="0" u="none" strike="noStrike" cap="none">
              <a:solidFill>
                <a:srgbClr val="000000"/>
              </a:solidFill>
              <a:latin typeface="Arial"/>
              <a:ea typeface="Arial"/>
              <a:cs typeface="Arial"/>
              <a:sym typeface="Arial"/>
            </a:endParaRPr>
          </a:p>
        </p:txBody>
      </p:sp>
      <p:pic>
        <p:nvPicPr>
          <p:cNvPr id="227" name="Google Shape;227;p26"/>
          <p:cNvPicPr preferRelativeResize="0"/>
          <p:nvPr/>
        </p:nvPicPr>
        <p:blipFill rotWithShape="1">
          <a:blip r:embed="rId3">
            <a:alphaModFix/>
          </a:blip>
          <a:srcRect/>
          <a:stretch/>
        </p:blipFill>
        <p:spPr>
          <a:xfrm>
            <a:off x="774551" y="1226373"/>
            <a:ext cx="8778240" cy="472260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 name="TextBox 1">
            <a:extLst>
              <a:ext uri="{FF2B5EF4-FFF2-40B4-BE49-F238E27FC236}">
                <a16:creationId xmlns:a16="http://schemas.microsoft.com/office/drawing/2014/main" id="{53773705-4C7A-7927-7E2C-4D3A9111A62F}"/>
              </a:ext>
            </a:extLst>
          </p:cNvPr>
          <p:cNvSpPr txBox="1"/>
          <p:nvPr/>
        </p:nvSpPr>
        <p:spPr>
          <a:xfrm>
            <a:off x="927652" y="715617"/>
            <a:ext cx="8004313" cy="5035826"/>
          </a:xfrm>
          <a:prstGeom prst="rect">
            <a:avLst/>
          </a:prstGeom>
          <a:noFill/>
        </p:spPr>
        <p:txBody>
          <a:bodyPr wrap="square" rtlCol="0">
            <a:spAutoFit/>
          </a:bodyPr>
          <a:lstStyle/>
          <a:p>
            <a:endParaRPr lang="en-IN" dirty="0"/>
          </a:p>
        </p:txBody>
      </p:sp>
      <p:graphicFrame>
        <p:nvGraphicFramePr>
          <p:cNvPr id="3" name="Table 2">
            <a:extLst>
              <a:ext uri="{FF2B5EF4-FFF2-40B4-BE49-F238E27FC236}">
                <a16:creationId xmlns:a16="http://schemas.microsoft.com/office/drawing/2014/main" id="{70F1AA6F-0FA8-780E-E606-750798312381}"/>
              </a:ext>
            </a:extLst>
          </p:cNvPr>
          <p:cNvGraphicFramePr>
            <a:graphicFrameLocks noGrp="1"/>
          </p:cNvGraphicFramePr>
          <p:nvPr>
            <p:extLst>
              <p:ext uri="{D42A27DB-BD31-4B8C-83A1-F6EECF244321}">
                <p14:modId xmlns:p14="http://schemas.microsoft.com/office/powerpoint/2010/main" val="3063594815"/>
              </p:ext>
            </p:extLst>
          </p:nvPr>
        </p:nvGraphicFramePr>
        <p:xfrm>
          <a:off x="927652" y="715617"/>
          <a:ext cx="8004313" cy="5738193"/>
        </p:xfrm>
        <a:graphic>
          <a:graphicData uri="http://schemas.openxmlformats.org/drawingml/2006/table">
            <a:tbl>
              <a:tblPr firstRow="1" bandRow="1">
                <a:tableStyleId>{5C22544A-7EE6-4342-B048-85BDC9FD1C3A}</a:tableStyleId>
              </a:tblPr>
              <a:tblGrid>
                <a:gridCol w="2239618">
                  <a:extLst>
                    <a:ext uri="{9D8B030D-6E8A-4147-A177-3AD203B41FA5}">
                      <a16:colId xmlns:a16="http://schemas.microsoft.com/office/drawing/2014/main" val="2073464560"/>
                    </a:ext>
                  </a:extLst>
                </a:gridCol>
                <a:gridCol w="2330320">
                  <a:extLst>
                    <a:ext uri="{9D8B030D-6E8A-4147-A177-3AD203B41FA5}">
                      <a16:colId xmlns:a16="http://schemas.microsoft.com/office/drawing/2014/main" val="2179260664"/>
                    </a:ext>
                  </a:extLst>
                </a:gridCol>
                <a:gridCol w="3434375">
                  <a:extLst>
                    <a:ext uri="{9D8B030D-6E8A-4147-A177-3AD203B41FA5}">
                      <a16:colId xmlns:a16="http://schemas.microsoft.com/office/drawing/2014/main" val="1940899783"/>
                    </a:ext>
                  </a:extLst>
                </a:gridCol>
              </a:tblGrid>
              <a:tr h="70328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0" i="0" u="none" strike="noStrike" cap="none" dirty="0">
                          <a:solidFill>
                            <a:schemeClr val="lt1"/>
                          </a:solidFill>
                          <a:effectLst/>
                          <a:latin typeface="Times New Roman" panose="02020603050405020304" pitchFamily="18" charset="0"/>
                          <a:ea typeface="+mn-ea"/>
                          <a:cs typeface="Times New Roman" panose="02020603050405020304" pitchFamily="18" charset="0"/>
                          <a:sym typeface="Arial"/>
                        </a:rPr>
                        <a:t>Feature</a:t>
                      </a:r>
                    </a:p>
                    <a:p>
                      <a:endParaRPr lang="en-IN" sz="19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0" i="0" u="none" strike="noStrike" cap="none" dirty="0">
                          <a:solidFill>
                            <a:schemeClr val="lt1"/>
                          </a:solidFill>
                          <a:effectLst/>
                          <a:latin typeface="Times New Roman" panose="02020603050405020304" pitchFamily="18" charset="0"/>
                          <a:ea typeface="+mn-ea"/>
                          <a:cs typeface="Times New Roman" panose="02020603050405020304" pitchFamily="18" charset="0"/>
                          <a:sym typeface="Arial"/>
                        </a:rPr>
                        <a:t>Base Llama-2 Model</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0" i="0" u="none" strike="noStrike" cap="none" dirty="0">
                          <a:solidFill>
                            <a:schemeClr val="lt1"/>
                          </a:solidFill>
                          <a:effectLst/>
                          <a:latin typeface="Times New Roman" panose="02020603050405020304" pitchFamily="18" charset="0"/>
                          <a:ea typeface="+mn-ea"/>
                          <a:cs typeface="Times New Roman" panose="02020603050405020304" pitchFamily="18" charset="0"/>
                          <a:sym typeface="Arial"/>
                        </a:rPr>
                        <a:t>Fine-tuned `llama-2-7b-cyberllm` Model</a:t>
                      </a:r>
                    </a:p>
                  </a:txBody>
                  <a:tcPr/>
                </a:tc>
                <a:extLst>
                  <a:ext uri="{0D108BD9-81ED-4DB2-BD59-A6C34878D82A}">
                    <a16:rowId xmlns:a16="http://schemas.microsoft.com/office/drawing/2014/main" val="3808786241"/>
                  </a:ext>
                </a:extLst>
              </a:tr>
              <a:tr h="100698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Perplexity</a:t>
                      </a:r>
                      <a:endPar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endParaRPr lang="en-IN" sz="19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~10.23 (on sample data)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~10.51 (on sample data)</a:t>
                      </a:r>
                    </a:p>
                  </a:txBody>
                  <a:tcPr/>
                </a:tc>
                <a:extLst>
                  <a:ext uri="{0D108BD9-81ED-4DB2-BD59-A6C34878D82A}">
                    <a16:rowId xmlns:a16="http://schemas.microsoft.com/office/drawing/2014/main" val="1355860053"/>
                  </a:ext>
                </a:extLst>
              </a:tr>
              <a:tr h="100698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Output Style</a:t>
                      </a:r>
                      <a:endPar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endParaRPr lang="en-IN" sz="19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Free-form, narrative, human-readable text</a:t>
                      </a:r>
                    </a:p>
                    <a:p>
                      <a:endParaRPr lang="en-IN" sz="19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Attempted JSON structure, machine-readable intent</a:t>
                      </a:r>
                    </a:p>
                    <a:p>
                      <a:endParaRPr lang="en-IN" sz="19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51060449"/>
                  </a:ext>
                </a:extLst>
              </a:tr>
              <a:tr h="100698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Content</a:t>
                      </a:r>
                      <a:endPar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endParaRPr lang="en-IN" sz="19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General cybersecurity analysis</a:t>
                      </a:r>
                      <a:endParaRPr lang="en-IN" sz="19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Structured threat analysis following a defined JSON schema </a:t>
                      </a:r>
                    </a:p>
                  </a:txBody>
                  <a:tcPr/>
                </a:tc>
                <a:extLst>
                  <a:ext uri="{0D108BD9-81ED-4DB2-BD59-A6C34878D82A}">
                    <a16:rowId xmlns:a16="http://schemas.microsoft.com/office/drawing/2014/main" val="2886531298"/>
                  </a:ext>
                </a:extLst>
              </a:tr>
              <a:tr h="100698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Use Case</a:t>
                      </a:r>
                      <a:endPar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endParaRPr lang="en-IN" sz="19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General understanding, human consumption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Automated threat parsing, integration with </a:t>
                      </a:r>
                      <a:r>
                        <a:rPr lang="en-US" sz="1900" b="0" i="0" u="none" strike="noStrike" cap="none">
                          <a:solidFill>
                            <a:schemeClr val="dk1"/>
                          </a:solidFill>
                          <a:effectLst/>
                          <a:latin typeface="Times New Roman" panose="02020603050405020304" pitchFamily="18" charset="0"/>
                          <a:ea typeface="+mn-ea"/>
                          <a:cs typeface="Times New Roman" panose="02020603050405020304" pitchFamily="18" charset="0"/>
                          <a:sym typeface="Arial"/>
                        </a:rPr>
                        <a:t>security tools</a:t>
                      </a:r>
                      <a:endParaRPr lang="en-US"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866659654"/>
                  </a:ext>
                </a:extLst>
              </a:tr>
              <a:tr h="100698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9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Key Advantage</a:t>
                      </a:r>
                      <a:endParaRPr lang="en-IN"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endParaRPr lang="en-IN" sz="19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Broad knowledge, natural language fluency</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9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Structured output, potential for automation and data extraction</a:t>
                      </a:r>
                    </a:p>
                  </a:txBody>
                  <a:tcPr/>
                </a:tc>
                <a:extLst>
                  <a:ext uri="{0D108BD9-81ED-4DB2-BD59-A6C34878D82A}">
                    <a16:rowId xmlns:a16="http://schemas.microsoft.com/office/drawing/2014/main" val="394849759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a:spLocks noGrp="1"/>
          </p:cNvSpPr>
          <p:nvPr>
            <p:ph type="title"/>
          </p:nvPr>
        </p:nvSpPr>
        <p:spPr>
          <a:xfrm>
            <a:off x="429750" y="163856"/>
            <a:ext cx="6997800" cy="74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3600" b="1" dirty="0">
                <a:solidFill>
                  <a:schemeClr val="dk1"/>
                </a:solidFill>
                <a:latin typeface="Times New Roman"/>
                <a:ea typeface="Times New Roman"/>
                <a:cs typeface="Times New Roman"/>
                <a:sym typeface="Times New Roman"/>
              </a:rPr>
              <a:t>Conclusion</a:t>
            </a:r>
            <a:endParaRPr sz="3600" b="1" dirty="0">
              <a:solidFill>
                <a:schemeClr val="dk1"/>
              </a:solidFill>
              <a:latin typeface="Times New Roman"/>
              <a:ea typeface="Times New Roman"/>
              <a:cs typeface="Times New Roman"/>
              <a:sym typeface="Times New Roman"/>
            </a:endParaRPr>
          </a:p>
        </p:txBody>
      </p:sp>
      <p:sp>
        <p:nvSpPr>
          <p:cNvPr id="156" name="Google Shape;156;p19"/>
          <p:cNvSpPr/>
          <p:nvPr/>
        </p:nvSpPr>
        <p:spPr>
          <a:xfrm>
            <a:off x="174050" y="904250"/>
            <a:ext cx="9597000" cy="5078700"/>
          </a:xfrm>
          <a:prstGeom prst="roundRect">
            <a:avLst>
              <a:gd name="adj" fmla="val 16667"/>
            </a:avLst>
          </a:prstGeom>
          <a:solidFill>
            <a:schemeClr val="accent1"/>
          </a:solidFill>
          <a:ln w="25400" cap="flat"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457200" lvl="0" indent="-349250" algn="l" rtl="0">
              <a:spcBef>
                <a:spcPts val="0"/>
              </a:spcBef>
              <a:spcAft>
                <a:spcPts val="0"/>
              </a:spcAft>
              <a:buClr>
                <a:schemeClr val="dk1"/>
              </a:buClr>
              <a:buSzPts val="1900"/>
              <a:buChar char="●"/>
            </a:pPr>
            <a:r>
              <a:rPr lang="en-US" sz="2200" dirty="0">
                <a:solidFill>
                  <a:schemeClr val="dk1"/>
                </a:solidFill>
                <a:latin typeface="Times New Roman" panose="02020603050405020304" pitchFamily="18" charset="0"/>
                <a:cs typeface="Times New Roman" panose="02020603050405020304" pitchFamily="18" charset="0"/>
              </a:rPr>
              <a:t>An </a:t>
            </a:r>
            <a:r>
              <a:rPr lang="en-US" sz="2200" b="1" dirty="0">
                <a:solidFill>
                  <a:schemeClr val="dk1"/>
                </a:solidFill>
                <a:latin typeface="Times New Roman" panose="02020603050405020304" pitchFamily="18" charset="0"/>
                <a:cs typeface="Times New Roman" panose="02020603050405020304" pitchFamily="18" charset="0"/>
              </a:rPr>
              <a:t>Agentic AI–based cybersecurity system</a:t>
            </a:r>
            <a:r>
              <a:rPr lang="en-US" sz="2200" dirty="0">
                <a:solidFill>
                  <a:schemeClr val="dk1"/>
                </a:solidFill>
                <a:latin typeface="Times New Roman" panose="02020603050405020304" pitchFamily="18" charset="0"/>
                <a:cs typeface="Times New Roman" panose="02020603050405020304" pitchFamily="18" charset="0"/>
              </a:rPr>
              <a:t> for real-time threat detection and autonomous response.</a:t>
            </a:r>
            <a:endParaRPr sz="2200" dirty="0">
              <a:solidFill>
                <a:schemeClr val="dk1"/>
              </a:solidFill>
              <a:latin typeface="Times New Roman" panose="02020603050405020304" pitchFamily="18" charset="0"/>
              <a:cs typeface="Times New Roman" panose="02020603050405020304" pitchFamily="18" charset="0"/>
            </a:endParaRPr>
          </a:p>
          <a:p>
            <a:pPr marL="457200" lvl="0" indent="-349250" algn="l" rtl="0">
              <a:spcBef>
                <a:spcPts val="0"/>
              </a:spcBef>
              <a:spcAft>
                <a:spcPts val="0"/>
              </a:spcAft>
              <a:buClr>
                <a:schemeClr val="dk1"/>
              </a:buClr>
              <a:buSzPts val="1900"/>
              <a:buChar char="●"/>
            </a:pPr>
            <a:r>
              <a:rPr lang="en-US" sz="2200" dirty="0">
                <a:solidFill>
                  <a:schemeClr val="dk1"/>
                </a:solidFill>
                <a:latin typeface="Times New Roman" panose="02020603050405020304" pitchFamily="18" charset="0"/>
                <a:cs typeface="Times New Roman" panose="02020603050405020304" pitchFamily="18" charset="0"/>
              </a:rPr>
              <a:t>Addresses limitations of traditional security systems that rely on </a:t>
            </a:r>
            <a:r>
              <a:rPr lang="en-US" sz="2200" b="1" dirty="0">
                <a:solidFill>
                  <a:schemeClr val="dk1"/>
                </a:solidFill>
                <a:latin typeface="Times New Roman" panose="02020603050405020304" pitchFamily="18" charset="0"/>
                <a:cs typeface="Times New Roman" panose="02020603050405020304" pitchFamily="18" charset="0"/>
              </a:rPr>
              <a:t>static rules and manual intervention</a:t>
            </a:r>
            <a:r>
              <a:rPr lang="en-US" sz="2200" dirty="0">
                <a:solidFill>
                  <a:schemeClr val="dk1"/>
                </a:solidFill>
                <a:latin typeface="Times New Roman" panose="02020603050405020304" pitchFamily="18" charset="0"/>
                <a:cs typeface="Times New Roman" panose="02020603050405020304" pitchFamily="18" charset="0"/>
              </a:rPr>
              <a:t>.</a:t>
            </a:r>
            <a:endParaRPr sz="2200" dirty="0">
              <a:solidFill>
                <a:schemeClr val="dk1"/>
              </a:solidFill>
              <a:latin typeface="Times New Roman" panose="02020603050405020304" pitchFamily="18" charset="0"/>
              <a:cs typeface="Times New Roman" panose="02020603050405020304" pitchFamily="18" charset="0"/>
            </a:endParaRPr>
          </a:p>
          <a:p>
            <a:pPr marL="457200" lvl="0" indent="-349250" algn="l" rtl="0">
              <a:spcBef>
                <a:spcPts val="0"/>
              </a:spcBef>
              <a:spcAft>
                <a:spcPts val="0"/>
              </a:spcAft>
              <a:buClr>
                <a:schemeClr val="dk1"/>
              </a:buClr>
              <a:buSzPts val="1900"/>
              <a:buChar char="●"/>
            </a:pPr>
            <a:r>
              <a:rPr lang="en-US" sz="2200" dirty="0">
                <a:solidFill>
                  <a:schemeClr val="dk1"/>
                </a:solidFill>
                <a:latin typeface="Times New Roman" panose="02020603050405020304" pitchFamily="18" charset="0"/>
                <a:cs typeface="Times New Roman" panose="02020603050405020304" pitchFamily="18" charset="0"/>
              </a:rPr>
              <a:t>Uses </a:t>
            </a:r>
            <a:r>
              <a:rPr lang="en-US" sz="2200" b="1" dirty="0">
                <a:solidFill>
                  <a:schemeClr val="dk1"/>
                </a:solidFill>
                <a:latin typeface="Times New Roman" panose="02020603050405020304" pitchFamily="18" charset="0"/>
                <a:cs typeface="Times New Roman" panose="02020603050405020304" pitchFamily="18" charset="0"/>
              </a:rPr>
              <a:t>Large Language Models (LLMs)</a:t>
            </a:r>
            <a:r>
              <a:rPr lang="en-US" sz="2200" dirty="0">
                <a:solidFill>
                  <a:schemeClr val="dk1"/>
                </a:solidFill>
                <a:latin typeface="Times New Roman" panose="02020603050405020304" pitchFamily="18" charset="0"/>
                <a:cs typeface="Times New Roman" panose="02020603050405020304" pitchFamily="18" charset="0"/>
              </a:rPr>
              <a:t> to analyze logs, network traffic, and user behavior to understand </a:t>
            </a:r>
            <a:r>
              <a:rPr lang="en-US" sz="2200" b="1" dirty="0">
                <a:solidFill>
                  <a:schemeClr val="dk1"/>
                </a:solidFill>
                <a:latin typeface="Times New Roman" panose="02020603050405020304" pitchFamily="18" charset="0"/>
                <a:cs typeface="Times New Roman" panose="02020603050405020304" pitchFamily="18" charset="0"/>
              </a:rPr>
              <a:t>attacker intent</a:t>
            </a:r>
            <a:r>
              <a:rPr lang="en-US" sz="2200" dirty="0">
                <a:solidFill>
                  <a:schemeClr val="dk1"/>
                </a:solidFill>
                <a:latin typeface="Times New Roman" panose="02020603050405020304" pitchFamily="18" charset="0"/>
                <a:cs typeface="Times New Roman" panose="02020603050405020304" pitchFamily="18" charset="0"/>
              </a:rPr>
              <a:t>.</a:t>
            </a:r>
            <a:endParaRPr sz="2200" dirty="0">
              <a:solidFill>
                <a:schemeClr val="dk1"/>
              </a:solidFill>
              <a:latin typeface="Times New Roman" panose="02020603050405020304" pitchFamily="18" charset="0"/>
              <a:cs typeface="Times New Roman" panose="02020603050405020304" pitchFamily="18" charset="0"/>
            </a:endParaRPr>
          </a:p>
          <a:p>
            <a:pPr marL="457200" lvl="0" indent="-349250" algn="l" rtl="0">
              <a:spcBef>
                <a:spcPts val="0"/>
              </a:spcBef>
              <a:spcAft>
                <a:spcPts val="0"/>
              </a:spcAft>
              <a:buClr>
                <a:schemeClr val="dk1"/>
              </a:buClr>
              <a:buSzPts val="1900"/>
              <a:buChar char="●"/>
            </a:pPr>
            <a:r>
              <a:rPr lang="en-US" sz="2200" dirty="0">
                <a:solidFill>
                  <a:schemeClr val="dk1"/>
                </a:solidFill>
                <a:latin typeface="Times New Roman" panose="02020603050405020304" pitchFamily="18" charset="0"/>
                <a:cs typeface="Times New Roman" panose="02020603050405020304" pitchFamily="18" charset="0"/>
              </a:rPr>
              <a:t>Employs multiple intelligent agents (recon, reasoning, defense, admin) that </a:t>
            </a:r>
            <a:r>
              <a:rPr lang="en-US" sz="2200" b="1" dirty="0">
                <a:solidFill>
                  <a:schemeClr val="dk1"/>
                </a:solidFill>
                <a:latin typeface="Times New Roman" panose="02020603050405020304" pitchFamily="18" charset="0"/>
                <a:cs typeface="Times New Roman" panose="02020603050405020304" pitchFamily="18" charset="0"/>
              </a:rPr>
              <a:t>collaborate to detect, analyze, and mitigate threats</a:t>
            </a:r>
            <a:r>
              <a:rPr lang="en-US" sz="2200" dirty="0">
                <a:solidFill>
                  <a:schemeClr val="dk1"/>
                </a:solidFill>
                <a:latin typeface="Times New Roman" panose="02020603050405020304" pitchFamily="18" charset="0"/>
                <a:cs typeface="Times New Roman" panose="02020603050405020304" pitchFamily="18" charset="0"/>
              </a:rPr>
              <a:t>.</a:t>
            </a:r>
            <a:endParaRPr sz="2200" dirty="0">
              <a:solidFill>
                <a:schemeClr val="dk1"/>
              </a:solidFill>
              <a:latin typeface="Times New Roman" panose="02020603050405020304" pitchFamily="18" charset="0"/>
              <a:cs typeface="Times New Roman" panose="02020603050405020304" pitchFamily="18" charset="0"/>
            </a:endParaRPr>
          </a:p>
          <a:p>
            <a:pPr marL="457200" lvl="0" indent="-349250" algn="l" rtl="0">
              <a:spcBef>
                <a:spcPts val="0"/>
              </a:spcBef>
              <a:spcAft>
                <a:spcPts val="0"/>
              </a:spcAft>
              <a:buClr>
                <a:schemeClr val="dk1"/>
              </a:buClr>
              <a:buSzPts val="1900"/>
              <a:buChar char="●"/>
            </a:pPr>
            <a:r>
              <a:rPr lang="en-US" sz="2200" dirty="0">
                <a:solidFill>
                  <a:schemeClr val="dk1"/>
                </a:solidFill>
                <a:latin typeface="Times New Roman" panose="02020603050405020304" pitchFamily="18" charset="0"/>
                <a:cs typeface="Times New Roman" panose="02020603050405020304" pitchFamily="18" charset="0"/>
              </a:rPr>
              <a:t>Capable of handling </a:t>
            </a:r>
            <a:r>
              <a:rPr lang="en-US" sz="2200" b="1" dirty="0">
                <a:solidFill>
                  <a:schemeClr val="dk1"/>
                </a:solidFill>
                <a:latin typeface="Times New Roman" panose="02020603050405020304" pitchFamily="18" charset="0"/>
                <a:cs typeface="Times New Roman" panose="02020603050405020304" pitchFamily="18" charset="0"/>
              </a:rPr>
              <a:t>zero-day and AI-powered cyber attacks</a:t>
            </a:r>
            <a:r>
              <a:rPr lang="en-US" sz="2200" dirty="0">
                <a:solidFill>
                  <a:schemeClr val="dk1"/>
                </a:solidFill>
                <a:latin typeface="Times New Roman" panose="02020603050405020304" pitchFamily="18" charset="0"/>
                <a:cs typeface="Times New Roman" panose="02020603050405020304" pitchFamily="18" charset="0"/>
              </a:rPr>
              <a:t> through adaptive learning.</a:t>
            </a:r>
            <a:endParaRPr sz="2200" dirty="0">
              <a:solidFill>
                <a:schemeClr val="dk1"/>
              </a:solidFill>
              <a:latin typeface="Times New Roman" panose="02020603050405020304" pitchFamily="18" charset="0"/>
              <a:cs typeface="Times New Roman" panose="02020603050405020304" pitchFamily="18" charset="0"/>
            </a:endParaRPr>
          </a:p>
          <a:p>
            <a:pPr marL="457200" lvl="0" indent="-349250" algn="l" rtl="0">
              <a:spcBef>
                <a:spcPts val="0"/>
              </a:spcBef>
              <a:spcAft>
                <a:spcPts val="0"/>
              </a:spcAft>
              <a:buClr>
                <a:schemeClr val="dk1"/>
              </a:buClr>
              <a:buSzPts val="1900"/>
              <a:buChar char="●"/>
            </a:pPr>
            <a:r>
              <a:rPr lang="en-US" sz="2200" dirty="0">
                <a:solidFill>
                  <a:schemeClr val="dk1"/>
                </a:solidFill>
                <a:latin typeface="Times New Roman" panose="02020603050405020304" pitchFamily="18" charset="0"/>
                <a:cs typeface="Times New Roman" panose="02020603050405020304" pitchFamily="18" charset="0"/>
              </a:rPr>
              <a:t>Provides a </a:t>
            </a:r>
            <a:r>
              <a:rPr lang="en-US" sz="2200" b="1" dirty="0">
                <a:solidFill>
                  <a:schemeClr val="dk1"/>
                </a:solidFill>
                <a:latin typeface="Times New Roman" panose="02020603050405020304" pitchFamily="18" charset="0"/>
                <a:cs typeface="Times New Roman" panose="02020603050405020304" pitchFamily="18" charset="0"/>
              </a:rPr>
              <a:t>scalable, modular, and real-time monitoring dashboard</a:t>
            </a:r>
            <a:r>
              <a:rPr lang="en-US" sz="2200" dirty="0">
                <a:solidFill>
                  <a:schemeClr val="dk1"/>
                </a:solidFill>
                <a:latin typeface="Times New Roman" panose="02020603050405020304" pitchFamily="18" charset="0"/>
                <a:cs typeface="Times New Roman" panose="02020603050405020304" pitchFamily="18" charset="0"/>
              </a:rPr>
              <a:t> for security insights.</a:t>
            </a:r>
            <a:endParaRPr sz="2200" dirty="0">
              <a:solidFill>
                <a:schemeClr val="dk1"/>
              </a:solidFill>
              <a:latin typeface="Times New Roman" panose="02020603050405020304" pitchFamily="18" charset="0"/>
              <a:cs typeface="Times New Roman" panose="02020603050405020304" pitchFamily="18" charset="0"/>
            </a:endParaRPr>
          </a:p>
          <a:p>
            <a:pPr marL="457200" lvl="0" indent="-349250" algn="l" rtl="0">
              <a:spcBef>
                <a:spcPts val="0"/>
              </a:spcBef>
              <a:spcAft>
                <a:spcPts val="0"/>
              </a:spcAft>
              <a:buClr>
                <a:schemeClr val="dk1"/>
              </a:buClr>
              <a:buSzPts val="1900"/>
              <a:buChar char="●"/>
            </a:pPr>
            <a:r>
              <a:rPr lang="en-US" sz="2200" dirty="0">
                <a:solidFill>
                  <a:schemeClr val="dk1"/>
                </a:solidFill>
                <a:latin typeface="Times New Roman" panose="02020603050405020304" pitchFamily="18" charset="0"/>
                <a:cs typeface="Times New Roman" panose="02020603050405020304" pitchFamily="18" charset="0"/>
              </a:rPr>
              <a:t>Supports </a:t>
            </a:r>
            <a:r>
              <a:rPr lang="en-US" sz="2200" b="1" dirty="0">
                <a:solidFill>
                  <a:schemeClr val="dk1"/>
                </a:solidFill>
                <a:latin typeface="Times New Roman" panose="02020603050405020304" pitchFamily="18" charset="0"/>
                <a:cs typeface="Times New Roman" panose="02020603050405020304" pitchFamily="18" charset="0"/>
              </a:rPr>
              <a:t>UN SDG 9 (Industry, Innovation &amp; Infrastructure)</a:t>
            </a:r>
            <a:r>
              <a:rPr lang="en-US" sz="2200" dirty="0">
                <a:solidFill>
                  <a:schemeClr val="dk1"/>
                </a:solidFill>
                <a:latin typeface="Times New Roman" panose="02020603050405020304" pitchFamily="18" charset="0"/>
                <a:cs typeface="Times New Roman" panose="02020603050405020304" pitchFamily="18" charset="0"/>
              </a:rPr>
              <a:t> by strengthening secure digital infrastructure.</a:t>
            </a:r>
            <a:endParaRPr sz="22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8"/>
          <p:cNvSpPr txBox="1">
            <a:spLocks noGrp="1"/>
          </p:cNvSpPr>
          <p:nvPr>
            <p:ph type="title"/>
          </p:nvPr>
        </p:nvSpPr>
        <p:spPr>
          <a:xfrm>
            <a:off x="641145" y="183449"/>
            <a:ext cx="6753567" cy="946204"/>
          </a:xfrm>
          <a:prstGeom prst="rect">
            <a:avLst/>
          </a:prstGeom>
          <a:noFill/>
          <a:ln>
            <a:noFill/>
          </a:ln>
        </p:spPr>
        <p:txBody>
          <a:bodyPr spcFirstLastPara="1" wrap="square" lIns="91425" tIns="45700" rIns="91425" bIns="45700" anchor="ctr" anchorCtr="0">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Future work</a:t>
            </a:r>
            <a:br>
              <a:rPr lang="en-US" altLang="en-US" sz="3600" dirty="0">
                <a:latin typeface="Times New Roman" panose="02020603050405020304" pitchFamily="18" charset="0"/>
                <a:cs typeface="Times New Roman" panose="02020603050405020304" pitchFamily="18" charset="0"/>
              </a:rPr>
            </a:br>
            <a:endParaRPr sz="3600" b="1" dirty="0">
              <a:solidFill>
                <a:srgbClr val="000000"/>
              </a:solidFill>
              <a:latin typeface="Times New Roman"/>
              <a:ea typeface="Times New Roman"/>
              <a:cs typeface="Times New Roman"/>
              <a:sym typeface="Times New Roman"/>
            </a:endParaRPr>
          </a:p>
        </p:txBody>
      </p:sp>
      <p:sp>
        <p:nvSpPr>
          <p:cNvPr id="240" name="Google Shape;240;p28"/>
          <p:cNvSpPr/>
          <p:nvPr/>
        </p:nvSpPr>
        <p:spPr>
          <a:xfrm>
            <a:off x="801340" y="887896"/>
            <a:ext cx="2955600" cy="6671779"/>
          </a:xfrm>
          <a:prstGeom prst="roundRect">
            <a:avLst>
              <a:gd name="adj" fmla="val 16667"/>
            </a:avLst>
          </a:prstGeom>
          <a:solidFill>
            <a:schemeClr val="accent1"/>
          </a:solidFill>
          <a:ln w="25400" cap="flat"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Clr>
                <a:schemeClr val="dk1"/>
              </a:buClr>
              <a:buSzPts val="1100"/>
              <a:buFont typeface="Arial"/>
              <a:buNone/>
            </a:pPr>
            <a:endParaRPr sz="2200"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US" sz="2200" b="1" dirty="0">
                <a:solidFill>
                  <a:schemeClr val="dk1"/>
                </a:solidFill>
                <a:latin typeface="Times New Roman" panose="02020603050405020304" pitchFamily="18" charset="0"/>
                <a:cs typeface="Times New Roman" panose="02020603050405020304" pitchFamily="18" charset="0"/>
              </a:rPr>
              <a:t>TRACK 1:</a:t>
            </a:r>
            <a:endParaRPr sz="2200"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1200"/>
              </a:spcAft>
              <a:buClr>
                <a:schemeClr val="dk1"/>
              </a:buClr>
              <a:buSzPts val="1100"/>
              <a:buFont typeface="Arial"/>
              <a:buNone/>
            </a:pPr>
            <a:r>
              <a:rPr lang="en-US" sz="2200" dirty="0">
                <a:solidFill>
                  <a:schemeClr val="dk1"/>
                </a:solidFill>
                <a:latin typeface="Times New Roman" panose="02020603050405020304" pitchFamily="18" charset="0"/>
                <a:cs typeface="Times New Roman" panose="02020603050405020304" pitchFamily="18" charset="0"/>
              </a:rPr>
              <a:t>Developing an SDK that enables seamless integration of our solution into any project.</a:t>
            </a:r>
            <a:br>
              <a:rPr lang="en-US" sz="2200" dirty="0">
                <a:solidFill>
                  <a:schemeClr val="dk1"/>
                </a:solidFill>
                <a:latin typeface="Times New Roman" panose="02020603050405020304" pitchFamily="18" charset="0"/>
                <a:cs typeface="Times New Roman" panose="02020603050405020304" pitchFamily="18" charset="0"/>
              </a:rPr>
            </a:br>
            <a:r>
              <a:rPr lang="en-US" sz="2200" dirty="0">
                <a:solidFill>
                  <a:schemeClr val="dk1"/>
                </a:solidFill>
                <a:latin typeface="Times New Roman" panose="02020603050405020304" pitchFamily="18" charset="0"/>
                <a:cs typeface="Times New Roman" panose="02020603050405020304" pitchFamily="18" charset="0"/>
              </a:rPr>
              <a:t>The SDK allows developers to easily adopt and customize the system for their specific use cases.</a:t>
            </a:r>
            <a:br>
              <a:rPr lang="en-US" sz="2200" dirty="0">
                <a:solidFill>
                  <a:schemeClr val="dk1"/>
                </a:solidFill>
                <a:latin typeface="Times New Roman" panose="02020603050405020304" pitchFamily="18" charset="0"/>
                <a:cs typeface="Times New Roman" panose="02020603050405020304" pitchFamily="18" charset="0"/>
              </a:rPr>
            </a:br>
            <a:r>
              <a:rPr lang="en-US" sz="2200" dirty="0">
                <a:solidFill>
                  <a:schemeClr val="dk1"/>
                </a:solidFill>
                <a:latin typeface="Times New Roman" panose="02020603050405020304" pitchFamily="18" charset="0"/>
                <a:cs typeface="Times New Roman" panose="02020603050405020304" pitchFamily="18" charset="0"/>
              </a:rPr>
              <a:t>It provides well-documented APIs and modular components for flexible deployment.</a:t>
            </a:r>
            <a:br>
              <a:rPr lang="en-US" sz="2200" dirty="0">
                <a:solidFill>
                  <a:schemeClr val="dk1"/>
                </a:solidFill>
                <a:latin typeface="Times New Roman" panose="02020603050405020304" pitchFamily="18" charset="0"/>
                <a:cs typeface="Times New Roman" panose="02020603050405020304" pitchFamily="18" charset="0"/>
              </a:rPr>
            </a:br>
            <a:r>
              <a:rPr lang="en-US" sz="2200" dirty="0">
                <a:solidFill>
                  <a:schemeClr val="dk1"/>
                </a:solidFill>
                <a:latin typeface="Times New Roman" panose="02020603050405020304" pitchFamily="18" charset="0"/>
                <a:cs typeface="Times New Roman" panose="02020603050405020304" pitchFamily="18" charset="0"/>
              </a:rPr>
              <a:t> </a:t>
            </a:r>
            <a:endParaRPr sz="2200" dirty="0">
              <a:solidFill>
                <a:schemeClr val="dk1"/>
              </a:solidFill>
              <a:latin typeface="Times New Roman" panose="02020603050405020304" pitchFamily="18" charset="0"/>
              <a:cs typeface="Times New Roman" panose="02020603050405020304" pitchFamily="18" charset="0"/>
            </a:endParaRPr>
          </a:p>
        </p:txBody>
      </p:sp>
      <p:sp>
        <p:nvSpPr>
          <p:cNvPr id="241" name="Google Shape;241;p28"/>
          <p:cNvSpPr/>
          <p:nvPr/>
        </p:nvSpPr>
        <p:spPr>
          <a:xfrm>
            <a:off x="5112340" y="887896"/>
            <a:ext cx="2955600" cy="6671779"/>
          </a:xfrm>
          <a:prstGeom prst="roundRect">
            <a:avLst>
              <a:gd name="adj" fmla="val 16667"/>
            </a:avLst>
          </a:prstGeom>
          <a:solidFill>
            <a:schemeClr val="accent1"/>
          </a:solidFill>
          <a:ln w="25400" cap="flat"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Clr>
                <a:schemeClr val="dk1"/>
              </a:buClr>
              <a:buSzPts val="1100"/>
              <a:buFont typeface="Arial"/>
              <a:buNone/>
            </a:pPr>
            <a:endParaRPr sz="2200"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US" sz="2200" b="1" dirty="0">
                <a:solidFill>
                  <a:schemeClr val="dk1"/>
                </a:solidFill>
                <a:latin typeface="Times New Roman" panose="02020603050405020304" pitchFamily="18" charset="0"/>
                <a:cs typeface="Times New Roman" panose="02020603050405020304" pitchFamily="18" charset="0"/>
              </a:rPr>
              <a:t>TRACK 2:</a:t>
            </a:r>
            <a:endParaRPr sz="2200"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1200"/>
              </a:spcAft>
              <a:buClr>
                <a:schemeClr val="dk1"/>
              </a:buClr>
              <a:buSzPts val="1100"/>
              <a:buFont typeface="Arial"/>
              <a:buNone/>
            </a:pPr>
            <a:r>
              <a:rPr lang="en-US" sz="2200" dirty="0">
                <a:solidFill>
                  <a:schemeClr val="dk1"/>
                </a:solidFill>
                <a:latin typeface="Times New Roman" panose="02020603050405020304" pitchFamily="18" charset="0"/>
                <a:cs typeface="Times New Roman" panose="02020603050405020304" pitchFamily="18" charset="0"/>
              </a:rPr>
              <a:t>The model is fine-tuned using domain-specific cybersecurity datasets such as threat logs, attack reports, and vulnerability descriptions.</a:t>
            </a:r>
            <a:br>
              <a:rPr lang="en-US" sz="2200" dirty="0">
                <a:solidFill>
                  <a:schemeClr val="dk1"/>
                </a:solidFill>
                <a:latin typeface="Times New Roman" panose="02020603050405020304" pitchFamily="18" charset="0"/>
                <a:cs typeface="Times New Roman" panose="02020603050405020304" pitchFamily="18" charset="0"/>
              </a:rPr>
            </a:br>
            <a:r>
              <a:rPr lang="en-US" sz="2200" dirty="0">
                <a:solidFill>
                  <a:schemeClr val="dk1"/>
                </a:solidFill>
                <a:latin typeface="Times New Roman" panose="02020603050405020304" pitchFamily="18" charset="0"/>
                <a:cs typeface="Times New Roman" panose="02020603050405020304" pitchFamily="18" charset="0"/>
              </a:rPr>
              <a:t>Supervised learning and reinforcement techniques are applied to improve threat classification and response accuracy.</a:t>
            </a:r>
            <a:br>
              <a:rPr lang="en-US" sz="2200" dirty="0">
                <a:solidFill>
                  <a:schemeClr val="dk1"/>
                </a:solidFill>
                <a:latin typeface="Times New Roman" panose="02020603050405020304" pitchFamily="18" charset="0"/>
                <a:cs typeface="Times New Roman" panose="02020603050405020304" pitchFamily="18" charset="0"/>
              </a:rPr>
            </a:br>
            <a:endParaRPr sz="22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6B386-ECE9-44F7-990B-A3788E69C104}"/>
              </a:ext>
            </a:extLst>
          </p:cNvPr>
          <p:cNvSpPr>
            <a:spLocks noGrp="1"/>
          </p:cNvSpPr>
          <p:nvPr>
            <p:ph type="title"/>
          </p:nvPr>
        </p:nvSpPr>
        <p:spPr>
          <a:xfrm>
            <a:off x="671462" y="751025"/>
            <a:ext cx="6997800" cy="600697"/>
          </a:xfrm>
        </p:spPr>
        <p:txBody>
          <a:bodyPr/>
          <a:lstStyle/>
          <a:p>
            <a:r>
              <a:rPr lang="en-IN" sz="3200" b="1" dirty="0">
                <a:solidFill>
                  <a:schemeClr val="tx1"/>
                </a:solidFill>
                <a:latin typeface="Times New Roman" panose="02020603050405020304" pitchFamily="18" charset="0"/>
                <a:cs typeface="Times New Roman" panose="02020603050405020304" pitchFamily="18" charset="0"/>
              </a:rPr>
              <a:t>Research &amp; References:</a:t>
            </a:r>
          </a:p>
        </p:txBody>
      </p:sp>
      <p:sp>
        <p:nvSpPr>
          <p:cNvPr id="3" name="Content Placeholder 2">
            <a:extLst>
              <a:ext uri="{FF2B5EF4-FFF2-40B4-BE49-F238E27FC236}">
                <a16:creationId xmlns:a16="http://schemas.microsoft.com/office/drawing/2014/main" id="{7B8CD2C9-1DA3-473E-B8CD-3C5E765FDE49}"/>
              </a:ext>
            </a:extLst>
          </p:cNvPr>
          <p:cNvSpPr>
            <a:spLocks noGrp="1"/>
          </p:cNvSpPr>
          <p:nvPr>
            <p:ph idx="1"/>
          </p:nvPr>
        </p:nvSpPr>
        <p:spPr>
          <a:xfrm>
            <a:off x="671512" y="1510749"/>
            <a:ext cx="8392975" cy="3233529"/>
          </a:xfrm>
        </p:spPr>
        <p:txBody>
          <a:bodyPr>
            <a:noAutofit/>
          </a:bodyPr>
          <a:lstStyle/>
          <a:p>
            <a:pPr marL="0" indent="0">
              <a:buNone/>
            </a:pPr>
            <a:r>
              <a:rPr lang="en-US" sz="2200" dirty="0">
                <a:latin typeface="Times New Roman" panose="02020603050405020304" pitchFamily="18" charset="0"/>
                <a:cs typeface="Times New Roman" panose="02020603050405020304" pitchFamily="18" charset="0"/>
              </a:rPr>
              <a:t>[1] J. S. Park, D. Y. Kim, and J. H. Lee, “AI-Based Adaptive Cyber Threat Detection: A Survey,” IEEE Commun. Surveys Tuts., 2022.  </a:t>
            </a:r>
          </a:p>
          <a:p>
            <a:pPr marL="0" indent="0">
              <a:buNone/>
            </a:pPr>
            <a:r>
              <a:rPr lang="en-US" sz="2200" dirty="0">
                <a:latin typeface="Times New Roman" panose="02020603050405020304" pitchFamily="18" charset="0"/>
                <a:cs typeface="Times New Roman" panose="02020603050405020304" pitchFamily="18" charset="0"/>
              </a:rPr>
              <a:t>[2] Z. Zhou, C. Qin, and X. Wang, “Deep Learning for Cybersecurity: A Review,” ACM </a:t>
            </a:r>
            <a:r>
              <a:rPr lang="en-US" sz="2200" dirty="0" err="1">
                <a:latin typeface="Times New Roman" panose="02020603050405020304" pitchFamily="18" charset="0"/>
                <a:cs typeface="Times New Roman" panose="02020603050405020304" pitchFamily="18" charset="0"/>
              </a:rPr>
              <a:t>Comput</a:t>
            </a:r>
            <a:r>
              <a:rPr lang="en-US" sz="2200" dirty="0">
                <a:latin typeface="Times New Roman" panose="02020603050405020304" pitchFamily="18" charset="0"/>
                <a:cs typeface="Times New Roman" panose="02020603050405020304" pitchFamily="18" charset="0"/>
              </a:rPr>
              <a:t>. Surveys, 2023.  </a:t>
            </a:r>
          </a:p>
          <a:p>
            <a:pPr marL="0" indent="0">
              <a:buNone/>
            </a:pPr>
            <a:r>
              <a:rPr lang="en-US" sz="2200" dirty="0">
                <a:latin typeface="Times New Roman" panose="02020603050405020304" pitchFamily="18" charset="0"/>
                <a:cs typeface="Times New Roman" panose="02020603050405020304" pitchFamily="18" charset="0"/>
              </a:rPr>
              <a:t>[3] S. Shrestha et al., “Real-Time Big Data Analytics for Cyber Threat Detection,” IEEE Access, 2020.  </a:t>
            </a:r>
          </a:p>
          <a:p>
            <a:pPr marL="0" indent="0">
              <a:buNone/>
            </a:pPr>
            <a:r>
              <a:rPr lang="en-US" sz="2200" dirty="0">
                <a:latin typeface="Times New Roman" panose="02020603050405020304" pitchFamily="18" charset="0"/>
                <a:cs typeface="Times New Roman" panose="02020603050405020304" pitchFamily="18" charset="0"/>
              </a:rPr>
              <a:t>[4] H. D. Nguyen and J. Choi, “Benchmark Datasets for Intrusion Detection Systems,” J. </a:t>
            </a:r>
            <a:r>
              <a:rPr lang="en-US" sz="2200" dirty="0" err="1">
                <a:latin typeface="Times New Roman" panose="02020603050405020304" pitchFamily="18" charset="0"/>
                <a:cs typeface="Times New Roman" panose="02020603050405020304" pitchFamily="18" charset="0"/>
              </a:rPr>
              <a:t>Netw</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Comput</a:t>
            </a:r>
            <a:r>
              <a:rPr lang="en-US" sz="2200" dirty="0">
                <a:latin typeface="Times New Roman" panose="02020603050405020304" pitchFamily="18" charset="0"/>
                <a:cs typeface="Times New Roman" panose="02020603050405020304" pitchFamily="18" charset="0"/>
              </a:rPr>
              <a:t>. Appl., 2020. </a:t>
            </a:r>
            <a:endParaRPr lang="en-IN" sz="22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C39D44E-8015-439B-9485-B161B669AB8E}"/>
              </a:ext>
            </a:extLst>
          </p:cNvPr>
          <p:cNvSpPr>
            <a:spLocks noGrp="1"/>
          </p:cNvSpPr>
          <p:nvPr>
            <p:ph type="sldNum" sz="quarter" idx="12"/>
          </p:nvPr>
        </p:nvSpPr>
        <p:spPr/>
        <p:txBody>
          <a:bodyPr/>
          <a:lstStyle/>
          <a:p>
            <a:fld id="{1E2AE893-BA06-4F67-8C19-46525B8E0FBB}" type="slidenum">
              <a:rPr lang="en-IN" smtClean="0"/>
              <a:pPr/>
              <a:t>17</a:t>
            </a:fld>
            <a:endParaRPr lang="en-IN"/>
          </a:p>
        </p:txBody>
      </p:sp>
    </p:spTree>
    <p:extLst>
      <p:ext uri="{BB962C8B-B14F-4D97-AF65-F5344CB8AC3E}">
        <p14:creationId xmlns:p14="http://schemas.microsoft.com/office/powerpoint/2010/main" val="1938259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8"/>
        <p:cNvGrpSpPr/>
        <p:nvPr/>
      </p:nvGrpSpPr>
      <p:grpSpPr>
        <a:xfrm>
          <a:off x="0" y="0"/>
          <a:ext cx="0" cy="0"/>
          <a:chOff x="0" y="0"/>
          <a:chExt cx="0" cy="0"/>
        </a:xfrm>
      </p:grpSpPr>
      <p:sp>
        <p:nvSpPr>
          <p:cNvPr id="289" name="Google Shape;289;p30"/>
          <p:cNvSpPr txBox="1"/>
          <p:nvPr/>
        </p:nvSpPr>
        <p:spPr>
          <a:xfrm>
            <a:off x="647700" y="3057525"/>
            <a:ext cx="9071100" cy="126210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Thank You...!!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default">
      <a:dk1>
        <a:srgbClr val="000000"/>
      </a:dk1>
      <a:lt1>
        <a:srgbClr val="FFFFFF"/>
      </a:lt1>
      <a:dk2>
        <a:srgbClr val="2C3C43"/>
      </a:dk2>
      <a:lt2>
        <a:srgbClr val="EBEBEB"/>
      </a:lt2>
      <a:accent1>
        <a:srgbClr val="5FCBEF"/>
      </a:accent1>
      <a:accent2>
        <a:srgbClr val="2E83C3"/>
      </a:accent2>
      <a:accent3>
        <a:srgbClr val="FFFFFF"/>
      </a:accent3>
      <a:accent4>
        <a:srgbClr val="5FCBEF"/>
      </a:accent4>
      <a:accent5>
        <a:srgbClr val="2E83C3"/>
      </a:accent5>
      <a:accent6>
        <a:srgbClr val="FFFFFF"/>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TotalTime>
  <Words>997</Words>
  <Application>Microsoft Office PowerPoint</Application>
  <PresentationFormat>Custom</PresentationFormat>
  <Paragraphs>121</Paragraphs>
  <Slides>18</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Trebuchet MS</vt:lpstr>
      <vt:lpstr>Times New Roman</vt:lpstr>
      <vt:lpstr>Noto Sans Symbols</vt:lpstr>
      <vt:lpstr>Arial</vt:lpstr>
      <vt:lpstr>PT Sans</vt:lpstr>
      <vt:lpstr>Facet</vt:lpstr>
      <vt:lpstr>Facet</vt:lpstr>
      <vt:lpstr>PowerPoint Presentation</vt:lpstr>
      <vt:lpstr>PowerPoint Presentation</vt:lpstr>
      <vt:lpstr>Sustainable Development Goal:</vt:lpstr>
      <vt:lpstr>Literature Survey</vt:lpstr>
      <vt:lpstr>Limitations in Existing Systems:</vt:lpstr>
      <vt:lpstr> Problem statement </vt:lpstr>
      <vt:lpstr>PowerPoint Presentation</vt:lpstr>
      <vt:lpstr>PowerPoint Presentation</vt:lpstr>
      <vt:lpstr>Implementation</vt:lpstr>
      <vt:lpstr>PowerPoint Presentation</vt:lpstr>
      <vt:lpstr>PowerPoint Presentation</vt:lpstr>
      <vt:lpstr>PowerPoint Presentation</vt:lpstr>
      <vt:lpstr>PowerPoint Presentation</vt:lpstr>
      <vt:lpstr>PowerPoint Presentation</vt:lpstr>
      <vt:lpstr>Conclusion</vt:lpstr>
      <vt:lpstr>Future work </vt:lpstr>
      <vt:lpstr>Research &amp;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Arif Choudhary</dc:creator>
  <cp:lastModifiedBy>Arif Choudhary</cp:lastModifiedBy>
  <cp:revision>4</cp:revision>
  <dcterms:modified xsi:type="dcterms:W3CDTF">2026-03-20T08:27:47Z</dcterms:modified>
</cp:coreProperties>
</file>